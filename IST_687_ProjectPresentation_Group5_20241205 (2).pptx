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56" r:id="rId3"/>
    <p:sldId id="258" r:id="rId4"/>
    <p:sldId id="257" r:id="rId5"/>
    <p:sldId id="262" r:id="rId6"/>
    <p:sldId id="260" r:id="rId7"/>
    <p:sldId id="265" r:id="rId8"/>
    <p:sldId id="263" r:id="rId9"/>
    <p:sldId id="261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147"/>
    <a:srgbClr val="81C050"/>
    <a:srgbClr val="2E699A"/>
    <a:srgbClr val="F5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75450-AB1B-348B-6144-8A14F1841F8C}" v="14" dt="2024-12-05T18:08:21.779"/>
    <p1510:client id="{57ACD3C0-58A5-C6C6-5B45-8D0B1E5E68A8}" v="1344" dt="2024-12-05T18:15:23.083"/>
    <p1510:client id="{886DC06D-4B41-CEE2-C911-4D44B3EC4C23}" v="10" dt="2024-12-05T16:43:28.791"/>
    <p1510:client id="{D7291E5E-DB3E-6637-362A-38F720219596}" v="166" dt="2024-12-05T20:03:00.972"/>
    <p1510:client id="{DDA051D8-FC51-6907-C72A-9334B86B3616}" v="4" dt="2024-12-05T19:32:51.012"/>
    <p1510:client id="{EF1C646F-C986-7F30-996A-853221766081}" v="985" dt="2024-12-05T18:56:18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Radecki" userId="S::ecradeck@syr.edu::80e520ca-903b-4ccb-81b0-8908bb57cce6" providerId="AD" clId="Web-{D7291E5E-DB3E-6637-362A-38F720219596}"/>
    <pc:docChg chg="addSld delSld modSld">
      <pc:chgData name="Ethan Radecki" userId="S::ecradeck@syr.edu::80e520ca-903b-4ccb-81b0-8908bb57cce6" providerId="AD" clId="Web-{D7291E5E-DB3E-6637-362A-38F720219596}" dt="2024-12-05T20:03:00.972" v="114"/>
      <pc:docMkLst>
        <pc:docMk/>
      </pc:docMkLst>
      <pc:sldChg chg="modSp">
        <pc:chgData name="Ethan Radecki" userId="S::ecradeck@syr.edu::80e520ca-903b-4ccb-81b0-8908bb57cce6" providerId="AD" clId="Web-{D7291E5E-DB3E-6637-362A-38F720219596}" dt="2024-12-05T19:23:53.882" v="52" actId="14100"/>
        <pc:sldMkLst>
          <pc:docMk/>
          <pc:sldMk cId="1809079133" sldId="257"/>
        </pc:sldMkLst>
        <pc:spChg chg="mod">
          <ac:chgData name="Ethan Radecki" userId="S::ecradeck@syr.edu::80e520ca-903b-4ccb-81b0-8908bb57cce6" providerId="AD" clId="Web-{D7291E5E-DB3E-6637-362A-38F720219596}" dt="2024-12-05T19:23:22.913" v="50" actId="20577"/>
          <ac:spMkLst>
            <pc:docMk/>
            <pc:sldMk cId="1809079133" sldId="257"/>
            <ac:spMk id="14" creationId="{78CE8705-EFBE-97BC-73C0-FF697727860D}"/>
          </ac:spMkLst>
        </pc:spChg>
        <pc:spChg chg="mod">
          <ac:chgData name="Ethan Radecki" userId="S::ecradeck@syr.edu::80e520ca-903b-4ccb-81b0-8908bb57cce6" providerId="AD" clId="Web-{D7291E5E-DB3E-6637-362A-38F720219596}" dt="2024-12-05T19:23:06.881" v="37" actId="14100"/>
          <ac:spMkLst>
            <pc:docMk/>
            <pc:sldMk cId="1809079133" sldId="257"/>
            <ac:spMk id="15" creationId="{D02BE33F-5641-BEEE-3A7A-6236C06B9EA4}"/>
          </ac:spMkLst>
        </pc:spChg>
        <pc:spChg chg="mod">
          <ac:chgData name="Ethan Radecki" userId="S::ecradeck@syr.edu::80e520ca-903b-4ccb-81b0-8908bb57cce6" providerId="AD" clId="Web-{D7291E5E-DB3E-6637-362A-38F720219596}" dt="2024-12-05T19:23:53.882" v="52" actId="14100"/>
          <ac:spMkLst>
            <pc:docMk/>
            <pc:sldMk cId="1809079133" sldId="257"/>
            <ac:spMk id="39" creationId="{CD419335-E7C2-CBBA-5081-B3FCE354393D}"/>
          </ac:spMkLst>
        </pc:spChg>
        <pc:spChg chg="mod">
          <ac:chgData name="Ethan Radecki" userId="S::ecradeck@syr.edu::80e520ca-903b-4ccb-81b0-8908bb57cce6" providerId="AD" clId="Web-{D7291E5E-DB3E-6637-362A-38F720219596}" dt="2024-12-05T19:23:16.350" v="38" actId="14100"/>
          <ac:spMkLst>
            <pc:docMk/>
            <pc:sldMk cId="1809079133" sldId="257"/>
            <ac:spMk id="40" creationId="{9577EA89-E984-E51E-3EF7-84E0A46A9CD2}"/>
          </ac:spMkLst>
        </pc:spChg>
      </pc:sldChg>
      <pc:sldChg chg="modSp">
        <pc:chgData name="Ethan Radecki" userId="S::ecradeck@syr.edu::80e520ca-903b-4ccb-81b0-8908bb57cce6" providerId="AD" clId="Web-{D7291E5E-DB3E-6637-362A-38F720219596}" dt="2024-12-05T19:48:30.732" v="68" actId="20577"/>
        <pc:sldMkLst>
          <pc:docMk/>
          <pc:sldMk cId="181503947" sldId="259"/>
        </pc:sldMkLst>
        <pc:spChg chg="mod">
          <ac:chgData name="Ethan Radecki" userId="S::ecradeck@syr.edu::80e520ca-903b-4ccb-81b0-8908bb57cce6" providerId="AD" clId="Web-{D7291E5E-DB3E-6637-362A-38F720219596}" dt="2024-12-05T19:48:30.732" v="68" actId="20577"/>
          <ac:spMkLst>
            <pc:docMk/>
            <pc:sldMk cId="181503947" sldId="259"/>
            <ac:spMk id="12" creationId="{9F013710-E54C-E18B-3D77-EBCD49061D44}"/>
          </ac:spMkLst>
        </pc:spChg>
      </pc:sldChg>
      <pc:sldChg chg="addSp delSp modSp">
        <pc:chgData name="Ethan Radecki" userId="S::ecradeck@syr.edu::80e520ca-903b-4ccb-81b0-8908bb57cce6" providerId="AD" clId="Web-{D7291E5E-DB3E-6637-362A-38F720219596}" dt="2024-12-05T19:49:11.545" v="71" actId="14100"/>
        <pc:sldMkLst>
          <pc:docMk/>
          <pc:sldMk cId="2493125391" sldId="262"/>
        </pc:sldMkLst>
        <pc:spChg chg="add del mod">
          <ac:chgData name="Ethan Radecki" userId="S::ecradeck@syr.edu::80e520ca-903b-4ccb-81b0-8908bb57cce6" providerId="AD" clId="Web-{D7291E5E-DB3E-6637-362A-38F720219596}" dt="2024-12-05T19:36:40.542" v="59"/>
          <ac:spMkLst>
            <pc:docMk/>
            <pc:sldMk cId="2493125391" sldId="262"/>
            <ac:spMk id="2" creationId="{39F8E3C7-9543-20FF-2E06-46274B5D7C21}"/>
          </ac:spMkLst>
        </pc:spChg>
        <pc:picChg chg="mod modCrop">
          <ac:chgData name="Ethan Radecki" userId="S::ecradeck@syr.edu::80e520ca-903b-4ccb-81b0-8908bb57cce6" providerId="AD" clId="Web-{D7291E5E-DB3E-6637-362A-38F720219596}" dt="2024-12-05T19:49:11.545" v="71" actId="14100"/>
          <ac:picMkLst>
            <pc:docMk/>
            <pc:sldMk cId="2493125391" sldId="262"/>
            <ac:picMk id="12" creationId="{882BA7BF-CEE2-F9D0-27F1-C359E12472A2}"/>
          </ac:picMkLst>
        </pc:picChg>
      </pc:sldChg>
      <pc:sldChg chg="modSp">
        <pc:chgData name="Ethan Radecki" userId="S::ecradeck@syr.edu::80e520ca-903b-4ccb-81b0-8908bb57cce6" providerId="AD" clId="Web-{D7291E5E-DB3E-6637-362A-38F720219596}" dt="2024-12-05T19:58:00.371" v="82" actId="20577"/>
        <pc:sldMkLst>
          <pc:docMk/>
          <pc:sldMk cId="2270936052" sldId="263"/>
        </pc:sldMkLst>
        <pc:spChg chg="mod">
          <ac:chgData name="Ethan Radecki" userId="S::ecradeck@syr.edu::80e520ca-903b-4ccb-81b0-8908bb57cce6" providerId="AD" clId="Web-{D7291E5E-DB3E-6637-362A-38F720219596}" dt="2024-12-05T19:58:00.371" v="82" actId="20577"/>
          <ac:spMkLst>
            <pc:docMk/>
            <pc:sldMk cId="2270936052" sldId="263"/>
            <ac:spMk id="10" creationId="{9D5825A6-E1FE-429A-2036-4A6DB0514E96}"/>
          </ac:spMkLst>
        </pc:spChg>
      </pc:sldChg>
      <pc:sldChg chg="modSp">
        <pc:chgData name="Ethan Radecki" userId="S::ecradeck@syr.edu::80e520ca-903b-4ccb-81b0-8908bb57cce6" providerId="AD" clId="Web-{D7291E5E-DB3E-6637-362A-38F720219596}" dt="2024-12-05T19:04:29.228" v="9" actId="1076"/>
        <pc:sldMkLst>
          <pc:docMk/>
          <pc:sldMk cId="527783278" sldId="264"/>
        </pc:sldMkLst>
        <pc:spChg chg="mod">
          <ac:chgData name="Ethan Radecki" userId="S::ecradeck@syr.edu::80e520ca-903b-4ccb-81b0-8908bb57cce6" providerId="AD" clId="Web-{D7291E5E-DB3E-6637-362A-38F720219596}" dt="2024-12-05T19:04:29.228" v="9" actId="1076"/>
          <ac:spMkLst>
            <pc:docMk/>
            <pc:sldMk cId="527783278" sldId="264"/>
            <ac:spMk id="9" creationId="{A7369D7F-C1E9-D628-7DDC-1961E4A11B41}"/>
          </ac:spMkLst>
        </pc:spChg>
        <pc:spChg chg="mod">
          <ac:chgData name="Ethan Radecki" userId="S::ecradeck@syr.edu::80e520ca-903b-4ccb-81b0-8908bb57cce6" providerId="AD" clId="Web-{D7291E5E-DB3E-6637-362A-38F720219596}" dt="2024-12-05T19:04:05.618" v="0" actId="20577"/>
          <ac:spMkLst>
            <pc:docMk/>
            <pc:sldMk cId="527783278" sldId="264"/>
            <ac:spMk id="11" creationId="{938AA1CF-36DD-71DC-4AFD-A5708E8FF8EF}"/>
          </ac:spMkLst>
        </pc:spChg>
      </pc:sldChg>
      <pc:sldChg chg="modSp">
        <pc:chgData name="Ethan Radecki" userId="S::ecradeck@syr.edu::80e520ca-903b-4ccb-81b0-8908bb57cce6" providerId="AD" clId="Web-{D7291E5E-DB3E-6637-362A-38F720219596}" dt="2024-12-05T19:39:04.593" v="65" actId="1076"/>
        <pc:sldMkLst>
          <pc:docMk/>
          <pc:sldMk cId="3447342057" sldId="265"/>
        </pc:sldMkLst>
        <pc:spChg chg="mod">
          <ac:chgData name="Ethan Radecki" userId="S::ecradeck@syr.edu::80e520ca-903b-4ccb-81b0-8908bb57cce6" providerId="AD" clId="Web-{D7291E5E-DB3E-6637-362A-38F720219596}" dt="2024-12-05T19:38:29.982" v="61" actId="1076"/>
          <ac:spMkLst>
            <pc:docMk/>
            <pc:sldMk cId="3447342057" sldId="265"/>
            <ac:spMk id="6" creationId="{B7238837-27CA-2145-A4EB-591221F03C12}"/>
          </ac:spMkLst>
        </pc:spChg>
        <pc:spChg chg="mod">
          <ac:chgData name="Ethan Radecki" userId="S::ecradeck@syr.edu::80e520ca-903b-4ccb-81b0-8908bb57cce6" providerId="AD" clId="Web-{D7291E5E-DB3E-6637-362A-38F720219596}" dt="2024-12-05T19:38:42.233" v="63" actId="1076"/>
          <ac:spMkLst>
            <pc:docMk/>
            <pc:sldMk cId="3447342057" sldId="265"/>
            <ac:spMk id="7" creationId="{12F7D33B-19EA-2756-1FCA-65B3DD13AB0B}"/>
          </ac:spMkLst>
        </pc:spChg>
        <pc:spChg chg="mod">
          <ac:chgData name="Ethan Radecki" userId="S::ecradeck@syr.edu::80e520ca-903b-4ccb-81b0-8908bb57cce6" providerId="AD" clId="Web-{D7291E5E-DB3E-6637-362A-38F720219596}" dt="2024-12-05T19:39:04.593" v="65" actId="1076"/>
          <ac:spMkLst>
            <pc:docMk/>
            <pc:sldMk cId="3447342057" sldId="265"/>
            <ac:spMk id="8" creationId="{107DE1FE-385A-C17C-55F1-57E0A3DE8CEB}"/>
          </ac:spMkLst>
        </pc:spChg>
        <pc:spChg chg="mod">
          <ac:chgData name="Ethan Radecki" userId="S::ecradeck@syr.edu::80e520ca-903b-4ccb-81b0-8908bb57cce6" providerId="AD" clId="Web-{D7291E5E-DB3E-6637-362A-38F720219596}" dt="2024-12-05T19:38:26.076" v="60" actId="1076"/>
          <ac:spMkLst>
            <pc:docMk/>
            <pc:sldMk cId="3447342057" sldId="265"/>
            <ac:spMk id="9" creationId="{197CFB8E-7AE5-8831-5D55-39A5077966CA}"/>
          </ac:spMkLst>
        </pc:spChg>
      </pc:sldChg>
      <pc:sldChg chg="add del replId">
        <pc:chgData name="Ethan Radecki" userId="S::ecradeck@syr.edu::80e520ca-903b-4ccb-81b0-8908bb57cce6" providerId="AD" clId="Web-{D7291E5E-DB3E-6637-362A-38F720219596}" dt="2024-12-05T20:00:14.234" v="84"/>
        <pc:sldMkLst>
          <pc:docMk/>
          <pc:sldMk cId="2970692" sldId="266"/>
        </pc:sldMkLst>
      </pc:sldChg>
      <pc:sldChg chg="addSp delSp modSp new">
        <pc:chgData name="Ethan Radecki" userId="S::ecradeck@syr.edu::80e520ca-903b-4ccb-81b0-8908bb57cce6" providerId="AD" clId="Web-{D7291E5E-DB3E-6637-362A-38F720219596}" dt="2024-12-05T20:03:00.972" v="114"/>
        <pc:sldMkLst>
          <pc:docMk/>
          <pc:sldMk cId="1151758077" sldId="266"/>
        </pc:sldMkLst>
        <pc:spChg chg="mod">
          <ac:chgData name="Ethan Radecki" userId="S::ecradeck@syr.edu::80e520ca-903b-4ccb-81b0-8908bb57cce6" providerId="AD" clId="Web-{D7291E5E-DB3E-6637-362A-38F720219596}" dt="2024-12-05T20:01:44.267" v="103" actId="1076"/>
          <ac:spMkLst>
            <pc:docMk/>
            <pc:sldMk cId="1151758077" sldId="266"/>
            <ac:spMk id="2" creationId="{84716B93-CD03-5B9A-231A-E839C5576A5C}"/>
          </ac:spMkLst>
        </pc:spChg>
        <pc:spChg chg="del mod">
          <ac:chgData name="Ethan Radecki" userId="S::ecradeck@syr.edu::80e520ca-903b-4ccb-81b0-8908bb57cce6" providerId="AD" clId="Web-{D7291E5E-DB3E-6637-362A-38F720219596}" dt="2024-12-05T20:00:39.625" v="96"/>
          <ac:spMkLst>
            <pc:docMk/>
            <pc:sldMk cId="1151758077" sldId="266"/>
            <ac:spMk id="3" creationId="{8E0625F9-BE1D-DF74-B767-258B71CA05D7}"/>
          </ac:spMkLst>
        </pc:spChg>
        <pc:spChg chg="add mod">
          <ac:chgData name="Ethan Radecki" userId="S::ecradeck@syr.edu::80e520ca-903b-4ccb-81b0-8908bb57cce6" providerId="AD" clId="Web-{D7291E5E-DB3E-6637-362A-38F720219596}" dt="2024-12-05T20:03:00.972" v="114"/>
          <ac:spMkLst>
            <pc:docMk/>
            <pc:sldMk cId="1151758077" sldId="266"/>
            <ac:spMk id="5" creationId="{A5BCDCF1-DFDB-EF96-CE92-78228CC530FC}"/>
          </ac:spMkLst>
        </pc:spChg>
        <pc:spChg chg="add mod">
          <ac:chgData name="Ethan Radecki" userId="S::ecradeck@syr.edu::80e520ca-903b-4ccb-81b0-8908bb57cce6" providerId="AD" clId="Web-{D7291E5E-DB3E-6637-362A-38F720219596}" dt="2024-12-05T20:02:56.316" v="113"/>
          <ac:spMkLst>
            <pc:docMk/>
            <pc:sldMk cId="1151758077" sldId="266"/>
            <ac:spMk id="6" creationId="{F178AE62-C20E-07E8-14F7-E4A03C434B1A}"/>
          </ac:spMkLst>
        </pc:spChg>
        <pc:picChg chg="add mod">
          <ac:chgData name="Ethan Radecki" userId="S::ecradeck@syr.edu::80e520ca-903b-4ccb-81b0-8908bb57cce6" providerId="AD" clId="Web-{D7291E5E-DB3E-6637-362A-38F720219596}" dt="2024-12-05T20:01:47.127" v="104" actId="1076"/>
          <ac:picMkLst>
            <pc:docMk/>
            <pc:sldMk cId="1151758077" sldId="266"/>
            <ac:picMk id="4" creationId="{7177D23B-6B9D-7A77-9BF3-8DDA990C11DE}"/>
          </ac:picMkLst>
        </pc:picChg>
      </pc:sldChg>
      <pc:sldChg chg="new del">
        <pc:chgData name="Ethan Radecki" userId="S::ecradeck@syr.edu::80e520ca-903b-4ccb-81b0-8908bb57cce6" providerId="AD" clId="Web-{D7291E5E-DB3E-6637-362A-38F720219596}" dt="2024-12-05T20:00:20.968" v="86"/>
        <pc:sldMkLst>
          <pc:docMk/>
          <pc:sldMk cId="3699891801" sldId="266"/>
        </pc:sldMkLst>
      </pc:sldChg>
    </pc:docChg>
  </pc:docChgLst>
  <pc:docChgLst>
    <pc:chgData name="Malhar Mahajan" userId="S::mmahajan@syr.edu::ea2b4336-b2fe-4867-a4de-e04a48cc3465" providerId="AD" clId="Web-{57ACD3C0-58A5-C6C6-5B45-8D0B1E5E68A8}"/>
    <pc:docChg chg="addSld modSld">
      <pc:chgData name="Malhar Mahajan" userId="S::mmahajan@syr.edu::ea2b4336-b2fe-4867-a4de-e04a48cc3465" providerId="AD" clId="Web-{57ACD3C0-58A5-C6C6-5B45-8D0B1E5E68A8}" dt="2024-12-05T18:15:21.239" v="892" actId="20577"/>
      <pc:docMkLst>
        <pc:docMk/>
      </pc:docMkLst>
      <pc:sldChg chg="addSp delSp modSp">
        <pc:chgData name="Malhar Mahajan" userId="S::mmahajan@syr.edu::ea2b4336-b2fe-4867-a4de-e04a48cc3465" providerId="AD" clId="Web-{57ACD3C0-58A5-C6C6-5B45-8D0B1E5E68A8}" dt="2024-12-05T17:54:44.385" v="604" actId="1076"/>
        <pc:sldMkLst>
          <pc:docMk/>
          <pc:sldMk cId="1809079133" sldId="257"/>
        </pc:sldMkLst>
        <pc:spChg chg="mod">
          <ac:chgData name="Malhar Mahajan" userId="S::mmahajan@syr.edu::ea2b4336-b2fe-4867-a4de-e04a48cc3465" providerId="AD" clId="Web-{57ACD3C0-58A5-C6C6-5B45-8D0B1E5E68A8}" dt="2024-12-05T17:02:15.413" v="23" actId="14100"/>
          <ac:spMkLst>
            <pc:docMk/>
            <pc:sldMk cId="1809079133" sldId="257"/>
            <ac:spMk id="2" creationId="{B2DFDED8-CE79-8491-16E1-95EBAE3DA1BD}"/>
          </ac:spMkLst>
        </pc:spChg>
        <pc:spChg chg="del">
          <ac:chgData name="Malhar Mahajan" userId="S::mmahajan@syr.edu::ea2b4336-b2fe-4867-a4de-e04a48cc3465" providerId="AD" clId="Web-{57ACD3C0-58A5-C6C6-5B45-8D0B1E5E68A8}" dt="2024-12-05T17:02:19.147" v="24"/>
          <ac:spMkLst>
            <pc:docMk/>
            <pc:sldMk cId="1809079133" sldId="257"/>
            <ac:spMk id="4" creationId="{DE5DF40F-1165-0984-B717-00EC956729AA}"/>
          </ac:spMkLst>
        </pc:spChg>
        <pc:spChg chg="add del mod">
          <ac:chgData name="Malhar Mahajan" userId="S::mmahajan@syr.edu::ea2b4336-b2fe-4867-a4de-e04a48cc3465" providerId="AD" clId="Web-{57ACD3C0-58A5-C6C6-5B45-8D0B1E5E68A8}" dt="2024-12-05T17:02:28.147" v="25"/>
          <ac:spMkLst>
            <pc:docMk/>
            <pc:sldMk cId="1809079133" sldId="257"/>
            <ac:spMk id="5" creationId="{F2196F97-CABB-33D8-936D-A2A0ADEA693D}"/>
          </ac:spMkLst>
        </pc:spChg>
        <pc:spChg chg="add mod">
          <ac:chgData name="Malhar Mahajan" userId="S::mmahajan@syr.edu::ea2b4336-b2fe-4867-a4de-e04a48cc3465" providerId="AD" clId="Web-{57ACD3C0-58A5-C6C6-5B45-8D0B1E5E68A8}" dt="2024-12-05T17:08:33.286" v="105" actId="14100"/>
          <ac:spMkLst>
            <pc:docMk/>
            <pc:sldMk cId="1809079133" sldId="257"/>
            <ac:spMk id="6" creationId="{ED1E0201-A2BD-5F5F-E5CA-CE067F8BC71B}"/>
          </ac:spMkLst>
        </pc:spChg>
        <pc:spChg chg="add mod">
          <ac:chgData name="Malhar Mahajan" userId="S::mmahajan@syr.edu::ea2b4336-b2fe-4867-a4de-e04a48cc3465" providerId="AD" clId="Web-{57ACD3C0-58A5-C6C6-5B45-8D0B1E5E68A8}" dt="2024-12-05T17:04:39.006" v="47" actId="20577"/>
          <ac:spMkLst>
            <pc:docMk/>
            <pc:sldMk cId="1809079133" sldId="257"/>
            <ac:spMk id="7" creationId="{F19E6599-307C-BD9E-537F-E2B2E4A408F1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09:35.349" v="110"/>
          <ac:spMkLst>
            <pc:docMk/>
            <pc:sldMk cId="1809079133" sldId="257"/>
            <ac:spMk id="8" creationId="{13D5B925-C9DC-133E-36E7-89B6F4CA4C2A}"/>
          </ac:spMkLst>
        </pc:spChg>
        <pc:spChg chg="add del mod">
          <ac:chgData name="Malhar Mahajan" userId="S::mmahajan@syr.edu::ea2b4336-b2fe-4867-a4de-e04a48cc3465" providerId="AD" clId="Web-{57ACD3C0-58A5-C6C6-5B45-8D0B1E5E68A8}" dt="2024-12-05T17:06:59.115" v="74"/>
          <ac:spMkLst>
            <pc:docMk/>
            <pc:sldMk cId="1809079133" sldId="257"/>
            <ac:spMk id="9" creationId="{6E5B6881-7943-FBBE-BC62-64F6E0345AA9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10:13.067" v="112" actId="1076"/>
          <ac:spMkLst>
            <pc:docMk/>
            <pc:sldMk cId="1809079133" sldId="257"/>
            <ac:spMk id="12" creationId="{A23BD9F0-6EDC-CAED-4D88-B9315DBF5DF7}"/>
          </ac:spMkLst>
        </pc:spChg>
        <pc:spChg chg="add mod">
          <ac:chgData name="Malhar Mahajan" userId="S::mmahajan@syr.edu::ea2b4336-b2fe-4867-a4de-e04a48cc3465" providerId="AD" clId="Web-{57ACD3C0-58A5-C6C6-5B45-8D0B1E5E68A8}" dt="2024-12-05T17:54:44.385" v="604" actId="1076"/>
          <ac:spMkLst>
            <pc:docMk/>
            <pc:sldMk cId="1809079133" sldId="257"/>
            <ac:spMk id="13" creationId="{6335F3E3-5D59-4299-AFCE-522DA7CB731C}"/>
          </ac:spMkLst>
        </pc:spChg>
        <pc:spChg chg="add mod">
          <ac:chgData name="Malhar Mahajan" userId="S::mmahajan@syr.edu::ea2b4336-b2fe-4867-a4de-e04a48cc3465" providerId="AD" clId="Web-{57ACD3C0-58A5-C6C6-5B45-8D0B1E5E68A8}" dt="2024-12-05T17:25:27.361" v="334" actId="14100"/>
          <ac:spMkLst>
            <pc:docMk/>
            <pc:sldMk cId="1809079133" sldId="257"/>
            <ac:spMk id="14" creationId="{78CE8705-EFBE-97BC-73C0-FF697727860D}"/>
          </ac:spMkLst>
        </pc:spChg>
        <pc:spChg chg="add mod">
          <ac:chgData name="Malhar Mahajan" userId="S::mmahajan@syr.edu::ea2b4336-b2fe-4867-a4de-e04a48cc3465" providerId="AD" clId="Web-{57ACD3C0-58A5-C6C6-5B45-8D0B1E5E68A8}" dt="2024-12-05T17:31:45.344" v="386" actId="1076"/>
          <ac:spMkLst>
            <pc:docMk/>
            <pc:sldMk cId="1809079133" sldId="257"/>
            <ac:spMk id="15" creationId="{D02BE33F-5641-BEEE-3A7A-6236C06B9EA4}"/>
          </ac:spMkLst>
        </pc:spChg>
        <pc:spChg chg="add mod">
          <ac:chgData name="Malhar Mahajan" userId="S::mmahajan@syr.edu::ea2b4336-b2fe-4867-a4de-e04a48cc3465" providerId="AD" clId="Web-{57ACD3C0-58A5-C6C6-5B45-8D0B1E5E68A8}" dt="2024-12-05T17:31:49.797" v="387" actId="1076"/>
          <ac:spMkLst>
            <pc:docMk/>
            <pc:sldMk cId="1809079133" sldId="257"/>
            <ac:spMk id="16" creationId="{7FD0FD93-A2AA-DD23-AE4C-56FFAF4A129B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42:09.794" v="540" actId="1076"/>
          <ac:spMkLst>
            <pc:docMk/>
            <pc:sldMk cId="1809079133" sldId="257"/>
            <ac:spMk id="17" creationId="{65D01F34-4318-8259-9984-923A3078B2AD}"/>
          </ac:spMkLst>
        </pc:spChg>
        <pc:spChg chg="add mod">
          <ac:chgData name="Malhar Mahajan" userId="S::mmahajan@syr.edu::ea2b4336-b2fe-4867-a4de-e04a48cc3465" providerId="AD" clId="Web-{57ACD3C0-58A5-C6C6-5B45-8D0B1E5E68A8}" dt="2024-12-05T17:26:17.923" v="343" actId="1076"/>
          <ac:spMkLst>
            <pc:docMk/>
            <pc:sldMk cId="1809079133" sldId="257"/>
            <ac:spMk id="25" creationId="{7C879740-7F08-9763-D479-326E746BD260}"/>
          </ac:spMkLst>
        </pc:spChg>
        <pc:spChg chg="add mod">
          <ac:chgData name="Malhar Mahajan" userId="S::mmahajan@syr.edu::ea2b4336-b2fe-4867-a4de-e04a48cc3465" providerId="AD" clId="Web-{57ACD3C0-58A5-C6C6-5B45-8D0B1E5E68A8}" dt="2024-12-05T17:26:14.610" v="342" actId="1076"/>
          <ac:spMkLst>
            <pc:docMk/>
            <pc:sldMk cId="1809079133" sldId="257"/>
            <ac:spMk id="26" creationId="{7D4DCAD1-AD68-A9E3-0ED0-860100D83A32}"/>
          </ac:spMkLst>
        </pc:spChg>
        <pc:spChg chg="add mod">
          <ac:chgData name="Malhar Mahajan" userId="S::mmahajan@syr.edu::ea2b4336-b2fe-4867-a4de-e04a48cc3465" providerId="AD" clId="Web-{57ACD3C0-58A5-C6C6-5B45-8D0B1E5E68A8}" dt="2024-12-05T17:33:35.734" v="407" actId="1076"/>
          <ac:spMkLst>
            <pc:docMk/>
            <pc:sldMk cId="1809079133" sldId="257"/>
            <ac:spMk id="27" creationId="{D4E59721-1BBA-E80E-2A2C-8ED400EC828E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33:50.640" v="408"/>
          <ac:spMkLst>
            <pc:docMk/>
            <pc:sldMk cId="1809079133" sldId="257"/>
            <ac:spMk id="29" creationId="{4EAA98E9-E39B-34E2-A330-8EE9D1447522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43:42.403" v="555"/>
          <ac:spMkLst>
            <pc:docMk/>
            <pc:sldMk cId="1809079133" sldId="257"/>
            <ac:spMk id="30" creationId="{F500DD3E-C73E-FB8F-4A4D-B28C4CEF5668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34:04.390" v="410"/>
          <ac:spMkLst>
            <pc:docMk/>
            <pc:sldMk cId="1809079133" sldId="257"/>
            <ac:spMk id="31" creationId="{7E3C29F1-7F6D-A5C8-88E4-E5F68C3EE4B4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31:10.219" v="378"/>
          <ac:spMkLst>
            <pc:docMk/>
            <pc:sldMk cId="1809079133" sldId="257"/>
            <ac:spMk id="39" creationId="{CD419335-E7C2-CBBA-5081-B3FCE354393D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32:58.234" v="402" actId="14100"/>
          <ac:spMkLst>
            <pc:docMk/>
            <pc:sldMk cId="1809079133" sldId="257"/>
            <ac:spMk id="40" creationId="{9577EA89-E984-E51E-3EF7-84E0A46A9CD2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32:52.984" v="401" actId="14100"/>
          <ac:spMkLst>
            <pc:docMk/>
            <pc:sldMk cId="1809079133" sldId="257"/>
            <ac:spMk id="41" creationId="{9507BD3B-4174-C988-51E9-F7D6E9FC7DA4}"/>
          </ac:spMkLst>
        </pc:spChg>
        <pc:spChg chg="add del mod">
          <ac:chgData name="Malhar Mahajan" userId="S::mmahajan@syr.edu::ea2b4336-b2fe-4867-a4de-e04a48cc3465" providerId="AD" clId="Web-{57ACD3C0-58A5-C6C6-5B45-8D0B1E5E68A8}" dt="2024-12-05T17:41:00.966" v="533"/>
          <ac:spMkLst>
            <pc:docMk/>
            <pc:sldMk cId="1809079133" sldId="257"/>
            <ac:spMk id="45" creationId="{D988D1A0-7855-B215-CF20-1B6426C07D29}"/>
          </ac:spMkLst>
        </pc:spChg>
        <pc:spChg chg="add mod">
          <ac:chgData name="Malhar Mahajan" userId="S::mmahajan@syr.edu::ea2b4336-b2fe-4867-a4de-e04a48cc3465" providerId="AD" clId="Web-{57ACD3C0-58A5-C6C6-5B45-8D0B1E5E68A8}" dt="2024-12-05T17:45:58.434" v="573" actId="1076"/>
          <ac:spMkLst>
            <pc:docMk/>
            <pc:sldMk cId="1809079133" sldId="257"/>
            <ac:spMk id="46" creationId="{FFC59C57-40F9-E94D-0F98-F590FA379D10}"/>
          </ac:spMkLst>
        </pc:spChg>
        <pc:spChg chg="add del mod ord">
          <ac:chgData name="Malhar Mahajan" userId="S::mmahajan@syr.edu::ea2b4336-b2fe-4867-a4de-e04a48cc3465" providerId="AD" clId="Web-{57ACD3C0-58A5-C6C6-5B45-8D0B1E5E68A8}" dt="2024-12-05T17:44:49.919" v="566"/>
          <ac:spMkLst>
            <pc:docMk/>
            <pc:sldMk cId="1809079133" sldId="257"/>
            <ac:spMk id="47" creationId="{132828B7-F5A3-48DD-F29B-B89B9024AA8E}"/>
          </ac:spMkLst>
        </pc:spChg>
        <pc:spChg chg="add mod ord">
          <ac:chgData name="Malhar Mahajan" userId="S::mmahajan@syr.edu::ea2b4336-b2fe-4867-a4de-e04a48cc3465" providerId="AD" clId="Web-{57ACD3C0-58A5-C6C6-5B45-8D0B1E5E68A8}" dt="2024-12-05T17:48:29.902" v="594" actId="1076"/>
          <ac:spMkLst>
            <pc:docMk/>
            <pc:sldMk cId="1809079133" sldId="257"/>
            <ac:spMk id="48" creationId="{A02119A7-93DA-31E4-095C-D7FF45949235}"/>
          </ac:spMkLst>
        </pc:spChg>
        <pc:picChg chg="add del mod">
          <ac:chgData name="Malhar Mahajan" userId="S::mmahajan@syr.edu::ea2b4336-b2fe-4867-a4de-e04a48cc3465" providerId="AD" clId="Web-{57ACD3C0-58A5-C6C6-5B45-8D0B1E5E68A8}" dt="2024-12-05T17:06:57.115" v="72"/>
          <ac:picMkLst>
            <pc:docMk/>
            <pc:sldMk cId="1809079133" sldId="257"/>
            <ac:picMk id="10" creationId="{EC9BCBEB-4D16-706E-21A4-61D016D39AFD}"/>
          </ac:picMkLst>
        </pc:picChg>
        <pc:picChg chg="add mod">
          <ac:chgData name="Malhar Mahajan" userId="S::mmahajan@syr.edu::ea2b4336-b2fe-4867-a4de-e04a48cc3465" providerId="AD" clId="Web-{57ACD3C0-58A5-C6C6-5B45-8D0B1E5E68A8}" dt="2024-12-05T17:07:37.287" v="80" actId="1076"/>
          <ac:picMkLst>
            <pc:docMk/>
            <pc:sldMk cId="1809079133" sldId="257"/>
            <ac:picMk id="11" creationId="{1AB2501E-F0A0-42A9-36EE-A1B1E831B570}"/>
          </ac:picMkLst>
        </pc:picChg>
        <pc:picChg chg="add del mod">
          <ac:chgData name="Malhar Mahajan" userId="S::mmahajan@syr.edu::ea2b4336-b2fe-4867-a4de-e04a48cc3465" providerId="AD" clId="Web-{57ACD3C0-58A5-C6C6-5B45-8D0B1E5E68A8}" dt="2024-12-05T17:23:16.080" v="316"/>
          <ac:picMkLst>
            <pc:docMk/>
            <pc:sldMk cId="1809079133" sldId="257"/>
            <ac:picMk id="28" creationId="{3F1FEB50-0C6E-1EA8-48EA-19322D040F37}"/>
          </ac:picMkLst>
        </pc:picChg>
        <pc:picChg chg="add del mod">
          <ac:chgData name="Malhar Mahajan" userId="S::mmahajan@syr.edu::ea2b4336-b2fe-4867-a4de-e04a48cc3465" providerId="AD" clId="Web-{57ACD3C0-58A5-C6C6-5B45-8D0B1E5E68A8}" dt="2024-12-05T17:27:43.501" v="355"/>
          <ac:picMkLst>
            <pc:docMk/>
            <pc:sldMk cId="1809079133" sldId="257"/>
            <ac:picMk id="33" creationId="{0709F1E2-2B23-2776-6059-8626C6EE8FF1}"/>
          </ac:picMkLst>
        </pc:picChg>
        <pc:picChg chg="add del mod">
          <ac:chgData name="Malhar Mahajan" userId="S::mmahajan@syr.edu::ea2b4336-b2fe-4867-a4de-e04a48cc3465" providerId="AD" clId="Web-{57ACD3C0-58A5-C6C6-5B45-8D0B1E5E68A8}" dt="2024-12-05T17:47:47.949" v="588"/>
          <ac:picMkLst>
            <pc:docMk/>
            <pc:sldMk cId="1809079133" sldId="257"/>
            <ac:picMk id="50" creationId="{0F5BA2B1-BF78-8724-5881-5518715D3127}"/>
          </ac:picMkLst>
        </pc:picChg>
        <pc:cxnChg chg="add del">
          <ac:chgData name="Malhar Mahajan" userId="S::mmahajan@syr.edu::ea2b4336-b2fe-4867-a4de-e04a48cc3465" providerId="AD" clId="Web-{57ACD3C0-58A5-C6C6-5B45-8D0B1E5E68A8}" dt="2024-12-05T17:16:16.410" v="166"/>
          <ac:cxnSpMkLst>
            <pc:docMk/>
            <pc:sldMk cId="1809079133" sldId="257"/>
            <ac:cxnSpMk id="18" creationId="{8C05FCBE-3470-DF00-EF4F-514C32F2EE85}"/>
          </ac:cxnSpMkLst>
        </pc:cxnChg>
        <pc:cxnChg chg="add del">
          <ac:chgData name="Malhar Mahajan" userId="S::mmahajan@syr.edu::ea2b4336-b2fe-4867-a4de-e04a48cc3465" providerId="AD" clId="Web-{57ACD3C0-58A5-C6C6-5B45-8D0B1E5E68A8}" dt="2024-12-05T17:16:28.675" v="168"/>
          <ac:cxnSpMkLst>
            <pc:docMk/>
            <pc:sldMk cId="1809079133" sldId="257"/>
            <ac:cxnSpMk id="19" creationId="{4694B70E-A289-4E8C-7FC2-475094F619DE}"/>
          </ac:cxnSpMkLst>
        </pc:cxnChg>
        <pc:cxnChg chg="add mod">
          <ac:chgData name="Malhar Mahajan" userId="S::mmahajan@syr.edu::ea2b4336-b2fe-4867-a4de-e04a48cc3465" providerId="AD" clId="Web-{57ACD3C0-58A5-C6C6-5B45-8D0B1E5E68A8}" dt="2024-12-05T17:42:14.966" v="541" actId="1076"/>
          <ac:cxnSpMkLst>
            <pc:docMk/>
            <pc:sldMk cId="1809079133" sldId="257"/>
            <ac:cxnSpMk id="20" creationId="{9CB5B25B-91F3-BEF4-34AF-875FC66336DE}"/>
          </ac:cxnSpMkLst>
        </pc:cxnChg>
        <pc:cxnChg chg="add mod ord">
          <ac:chgData name="Malhar Mahajan" userId="S::mmahajan@syr.edu::ea2b4336-b2fe-4867-a4de-e04a48cc3465" providerId="AD" clId="Web-{57ACD3C0-58A5-C6C6-5B45-8D0B1E5E68A8}" dt="2024-12-05T17:44:14.762" v="561" actId="1076"/>
          <ac:cxnSpMkLst>
            <pc:docMk/>
            <pc:sldMk cId="1809079133" sldId="257"/>
            <ac:cxnSpMk id="21" creationId="{CD11F83A-A9EC-4D12-0CAD-FC07D4996E94}"/>
          </ac:cxnSpMkLst>
        </pc:cxnChg>
        <pc:cxnChg chg="add del mod">
          <ac:chgData name="Malhar Mahajan" userId="S::mmahajan@syr.edu::ea2b4336-b2fe-4867-a4de-e04a48cc3465" providerId="AD" clId="Web-{57ACD3C0-58A5-C6C6-5B45-8D0B1E5E68A8}" dt="2024-12-05T17:19:17.362" v="194"/>
          <ac:cxnSpMkLst>
            <pc:docMk/>
            <pc:sldMk cId="1809079133" sldId="257"/>
            <ac:cxnSpMk id="22" creationId="{0C44E0CE-F5E8-26E0-17B1-8518A7726A42}"/>
          </ac:cxnSpMkLst>
        </pc:cxnChg>
        <pc:cxnChg chg="add del">
          <ac:chgData name="Malhar Mahajan" userId="S::mmahajan@syr.edu::ea2b4336-b2fe-4867-a4de-e04a48cc3465" providerId="AD" clId="Web-{57ACD3C0-58A5-C6C6-5B45-8D0B1E5E68A8}" dt="2024-12-05T17:17:54.159" v="183"/>
          <ac:cxnSpMkLst>
            <pc:docMk/>
            <pc:sldMk cId="1809079133" sldId="257"/>
            <ac:cxnSpMk id="23" creationId="{EF1EF78D-4648-1C71-A418-D7214248695B}"/>
          </ac:cxnSpMkLst>
        </pc:cxnChg>
        <pc:cxnChg chg="add del">
          <ac:chgData name="Malhar Mahajan" userId="S::mmahajan@syr.edu::ea2b4336-b2fe-4867-a4de-e04a48cc3465" providerId="AD" clId="Web-{57ACD3C0-58A5-C6C6-5B45-8D0B1E5E68A8}" dt="2024-12-05T17:18:10.159" v="185"/>
          <ac:cxnSpMkLst>
            <pc:docMk/>
            <pc:sldMk cId="1809079133" sldId="257"/>
            <ac:cxnSpMk id="24" creationId="{681477BE-5295-46CF-C26F-393305CF5D62}"/>
          </ac:cxnSpMkLst>
        </pc:cxnChg>
        <pc:cxnChg chg="add del mod">
          <ac:chgData name="Malhar Mahajan" userId="S::mmahajan@syr.edu::ea2b4336-b2fe-4867-a4de-e04a48cc3465" providerId="AD" clId="Web-{57ACD3C0-58A5-C6C6-5B45-8D0B1E5E68A8}" dt="2024-12-05T17:27:46.532" v="356"/>
          <ac:cxnSpMkLst>
            <pc:docMk/>
            <pc:sldMk cId="1809079133" sldId="257"/>
            <ac:cxnSpMk id="32" creationId="{2F4B39C2-0DAA-495F-21DE-A82322736D91}"/>
          </ac:cxnSpMkLst>
        </pc:cxnChg>
        <pc:cxnChg chg="add del">
          <ac:chgData name="Malhar Mahajan" userId="S::mmahajan@syr.edu::ea2b4336-b2fe-4867-a4de-e04a48cc3465" providerId="AD" clId="Web-{57ACD3C0-58A5-C6C6-5B45-8D0B1E5E68A8}" dt="2024-12-05T17:28:09.001" v="358"/>
          <ac:cxnSpMkLst>
            <pc:docMk/>
            <pc:sldMk cId="1809079133" sldId="257"/>
            <ac:cxnSpMk id="34" creationId="{FA06F0A6-3C74-C362-67C7-4B4002215B03}"/>
          </ac:cxnSpMkLst>
        </pc:cxnChg>
        <pc:cxnChg chg="add del">
          <ac:chgData name="Malhar Mahajan" userId="S::mmahajan@syr.edu::ea2b4336-b2fe-4867-a4de-e04a48cc3465" providerId="AD" clId="Web-{57ACD3C0-58A5-C6C6-5B45-8D0B1E5E68A8}" dt="2024-12-05T17:28:22.188" v="360"/>
          <ac:cxnSpMkLst>
            <pc:docMk/>
            <pc:sldMk cId="1809079133" sldId="257"/>
            <ac:cxnSpMk id="35" creationId="{5C6A6425-1771-B5F8-4B0A-7FDB817D8AC6}"/>
          </ac:cxnSpMkLst>
        </pc:cxnChg>
        <pc:cxnChg chg="add mod ord">
          <ac:chgData name="Malhar Mahajan" userId="S::mmahajan@syr.edu::ea2b4336-b2fe-4867-a4de-e04a48cc3465" providerId="AD" clId="Web-{57ACD3C0-58A5-C6C6-5B45-8D0B1E5E68A8}" dt="2024-12-05T17:28:42.719" v="364"/>
          <ac:cxnSpMkLst>
            <pc:docMk/>
            <pc:sldMk cId="1809079133" sldId="257"/>
            <ac:cxnSpMk id="36" creationId="{F14DEEE8-55A1-55BB-7B08-3B6A790A455B}"/>
          </ac:cxnSpMkLst>
        </pc:cxnChg>
        <pc:cxnChg chg="add mod ord">
          <ac:chgData name="Malhar Mahajan" userId="S::mmahajan@syr.edu::ea2b4336-b2fe-4867-a4de-e04a48cc3465" providerId="AD" clId="Web-{57ACD3C0-58A5-C6C6-5B45-8D0B1E5E68A8}" dt="2024-12-05T17:43:59.309" v="558"/>
          <ac:cxnSpMkLst>
            <pc:docMk/>
            <pc:sldMk cId="1809079133" sldId="257"/>
            <ac:cxnSpMk id="37" creationId="{9C7CBB7C-74DF-0053-0F05-3CD512F705AD}"/>
          </ac:cxnSpMkLst>
        </pc:cxnChg>
        <pc:cxnChg chg="add mod ord">
          <ac:chgData name="Malhar Mahajan" userId="S::mmahajan@syr.edu::ea2b4336-b2fe-4867-a4de-e04a48cc3465" providerId="AD" clId="Web-{57ACD3C0-58A5-C6C6-5B45-8D0B1E5E68A8}" dt="2024-12-05T17:29:03.704" v="370"/>
          <ac:cxnSpMkLst>
            <pc:docMk/>
            <pc:sldMk cId="1809079133" sldId="257"/>
            <ac:cxnSpMk id="38" creationId="{6C282E90-1A88-6EA8-5846-4228C5BC2914}"/>
          </ac:cxnSpMkLst>
        </pc:cxnChg>
        <pc:cxnChg chg="add mod ord">
          <ac:chgData name="Malhar Mahajan" userId="S::mmahajan@syr.edu::ea2b4336-b2fe-4867-a4de-e04a48cc3465" providerId="AD" clId="Web-{57ACD3C0-58A5-C6C6-5B45-8D0B1E5E68A8}" dt="2024-12-05T17:32:39.531" v="400"/>
          <ac:cxnSpMkLst>
            <pc:docMk/>
            <pc:sldMk cId="1809079133" sldId="257"/>
            <ac:cxnSpMk id="42" creationId="{0E109860-0BFE-62B8-FDD6-4A81C1BA2F8B}"/>
          </ac:cxnSpMkLst>
        </pc:cxnChg>
        <pc:cxnChg chg="add mod ord">
          <ac:chgData name="Malhar Mahajan" userId="S::mmahajan@syr.edu::ea2b4336-b2fe-4867-a4de-e04a48cc3465" providerId="AD" clId="Web-{57ACD3C0-58A5-C6C6-5B45-8D0B1E5E68A8}" dt="2024-12-05T17:44:04.356" v="559"/>
          <ac:cxnSpMkLst>
            <pc:docMk/>
            <pc:sldMk cId="1809079133" sldId="257"/>
            <ac:cxnSpMk id="43" creationId="{86F65713-6E1F-5B2B-C718-38BCBC81D0CB}"/>
          </ac:cxnSpMkLst>
        </pc:cxnChg>
        <pc:cxnChg chg="add mod ord">
          <ac:chgData name="Malhar Mahajan" userId="S::mmahajan@syr.edu::ea2b4336-b2fe-4867-a4de-e04a48cc3465" providerId="AD" clId="Web-{57ACD3C0-58A5-C6C6-5B45-8D0B1E5E68A8}" dt="2024-12-05T17:32:20.734" v="395" actId="1076"/>
          <ac:cxnSpMkLst>
            <pc:docMk/>
            <pc:sldMk cId="1809079133" sldId="257"/>
            <ac:cxnSpMk id="44" creationId="{11B1FF15-28DF-FC59-503A-3356C0120C57}"/>
          </ac:cxnSpMkLst>
        </pc:cxnChg>
        <pc:cxnChg chg="add del mod">
          <ac:chgData name="Malhar Mahajan" userId="S::mmahajan@syr.edu::ea2b4336-b2fe-4867-a4de-e04a48cc3465" providerId="AD" clId="Web-{57ACD3C0-58A5-C6C6-5B45-8D0B1E5E68A8}" dt="2024-12-05T17:46:57.074" v="580"/>
          <ac:cxnSpMkLst>
            <pc:docMk/>
            <pc:sldMk cId="1809079133" sldId="257"/>
            <ac:cxnSpMk id="49" creationId="{964C3BA9-76CD-41FD-D0EF-D630D8A1D070}"/>
          </ac:cxnSpMkLst>
        </pc:cxnChg>
        <pc:cxnChg chg="add del">
          <ac:chgData name="Malhar Mahajan" userId="S::mmahajan@syr.edu::ea2b4336-b2fe-4867-a4de-e04a48cc3465" providerId="AD" clId="Web-{57ACD3C0-58A5-C6C6-5B45-8D0B1E5E68A8}" dt="2024-12-05T17:48:05.933" v="590"/>
          <ac:cxnSpMkLst>
            <pc:docMk/>
            <pc:sldMk cId="1809079133" sldId="257"/>
            <ac:cxnSpMk id="51" creationId="{6AEC62EA-87B0-A1DE-BFC0-F147447E4494}"/>
          </ac:cxnSpMkLst>
        </pc:cxnChg>
        <pc:cxnChg chg="add del">
          <ac:chgData name="Malhar Mahajan" userId="S::mmahajan@syr.edu::ea2b4336-b2fe-4867-a4de-e04a48cc3465" providerId="AD" clId="Web-{57ACD3C0-58A5-C6C6-5B45-8D0B1E5E68A8}" dt="2024-12-05T17:48:22.636" v="592"/>
          <ac:cxnSpMkLst>
            <pc:docMk/>
            <pc:sldMk cId="1809079133" sldId="257"/>
            <ac:cxnSpMk id="52" creationId="{9068E079-78F6-87F3-C61B-7DD8E7B6D1F5}"/>
          </ac:cxnSpMkLst>
        </pc:cxnChg>
        <pc:cxnChg chg="add mod">
          <ac:chgData name="Malhar Mahajan" userId="S::mmahajan@syr.edu::ea2b4336-b2fe-4867-a4de-e04a48cc3465" providerId="AD" clId="Web-{57ACD3C0-58A5-C6C6-5B45-8D0B1E5E68A8}" dt="2024-12-05T17:54:25.651" v="603"/>
          <ac:cxnSpMkLst>
            <pc:docMk/>
            <pc:sldMk cId="1809079133" sldId="257"/>
            <ac:cxnSpMk id="53" creationId="{42B15F68-3FA5-D785-ED92-6AA08E6E069B}"/>
          </ac:cxnSpMkLst>
        </pc:cxnChg>
      </pc:sldChg>
      <pc:sldChg chg="addSp delSp modSp new">
        <pc:chgData name="Malhar Mahajan" userId="S::mmahajan@syr.edu::ea2b4336-b2fe-4867-a4de-e04a48cc3465" providerId="AD" clId="Web-{57ACD3C0-58A5-C6C6-5B45-8D0B1E5E68A8}" dt="2024-12-05T18:15:21.239" v="892" actId="20577"/>
        <pc:sldMkLst>
          <pc:docMk/>
          <pc:sldMk cId="2493125391" sldId="262"/>
        </pc:sldMkLst>
        <pc:spChg chg="del">
          <ac:chgData name="Malhar Mahajan" userId="S::mmahajan@syr.edu::ea2b4336-b2fe-4867-a4de-e04a48cc3465" providerId="AD" clId="Web-{57ACD3C0-58A5-C6C6-5B45-8D0B1E5E68A8}" dt="2024-12-05T17:49:13.714" v="599"/>
          <ac:spMkLst>
            <pc:docMk/>
            <pc:sldMk cId="2493125391" sldId="262"/>
            <ac:spMk id="2" creationId="{35C0C344-BEB1-28AE-61A5-8D989157B29C}"/>
          </ac:spMkLst>
        </pc:spChg>
        <pc:spChg chg="del">
          <ac:chgData name="Malhar Mahajan" userId="S::mmahajan@syr.edu::ea2b4336-b2fe-4867-a4de-e04a48cc3465" providerId="AD" clId="Web-{57ACD3C0-58A5-C6C6-5B45-8D0B1E5E68A8}" dt="2024-12-05T17:49:54.792" v="600"/>
          <ac:spMkLst>
            <pc:docMk/>
            <pc:sldMk cId="2493125391" sldId="262"/>
            <ac:spMk id="3" creationId="{B073A52E-CA24-2082-8DAB-7DFAD51886CB}"/>
          </ac:spMkLst>
        </pc:spChg>
        <pc:spChg chg="add del">
          <ac:chgData name="Malhar Mahajan" userId="S::mmahajan@syr.edu::ea2b4336-b2fe-4867-a4de-e04a48cc3465" providerId="AD" clId="Web-{57ACD3C0-58A5-C6C6-5B45-8D0B1E5E68A8}" dt="2024-12-05T17:54:10.041" v="602"/>
          <ac:spMkLst>
            <pc:docMk/>
            <pc:sldMk cId="2493125391" sldId="262"/>
            <ac:spMk id="4" creationId="{0ECED0FA-2F71-56F5-DC19-917D7709D455}"/>
          </ac:spMkLst>
        </pc:spChg>
        <pc:spChg chg="add mod">
          <ac:chgData name="Malhar Mahajan" userId="S::mmahajan@syr.edu::ea2b4336-b2fe-4867-a4de-e04a48cc3465" providerId="AD" clId="Web-{57ACD3C0-58A5-C6C6-5B45-8D0B1E5E68A8}" dt="2024-12-05T18:15:21.239" v="892" actId="20577"/>
          <ac:spMkLst>
            <pc:docMk/>
            <pc:sldMk cId="2493125391" sldId="262"/>
            <ac:spMk id="5" creationId="{9407F2D0-E526-C4ED-2383-72BECCFA7C16}"/>
          </ac:spMkLst>
        </pc:spChg>
        <pc:spChg chg="add del mod">
          <ac:chgData name="Malhar Mahajan" userId="S::mmahajan@syr.edu::ea2b4336-b2fe-4867-a4de-e04a48cc3465" providerId="AD" clId="Web-{57ACD3C0-58A5-C6C6-5B45-8D0B1E5E68A8}" dt="2024-12-05T18:15:04.599" v="879"/>
          <ac:spMkLst>
            <pc:docMk/>
            <pc:sldMk cId="2493125391" sldId="262"/>
            <ac:spMk id="6" creationId="{018CD932-F3A6-4D01-D5F9-AF36DCCEDEA0}"/>
          </ac:spMkLst>
        </pc:spChg>
        <pc:spChg chg="add del mod">
          <ac:chgData name="Malhar Mahajan" userId="S::mmahajan@syr.edu::ea2b4336-b2fe-4867-a4de-e04a48cc3465" providerId="AD" clId="Web-{57ACD3C0-58A5-C6C6-5B45-8D0B1E5E68A8}" dt="2024-12-05T18:15:07.224" v="880"/>
          <ac:spMkLst>
            <pc:docMk/>
            <pc:sldMk cId="2493125391" sldId="262"/>
            <ac:spMk id="7" creationId="{291A122F-380A-F586-E48D-93C8EC27E39F}"/>
          </ac:spMkLst>
        </pc:spChg>
        <pc:spChg chg="add del">
          <ac:chgData name="Malhar Mahajan" userId="S::mmahajan@syr.edu::ea2b4336-b2fe-4867-a4de-e04a48cc3465" providerId="AD" clId="Web-{57ACD3C0-58A5-C6C6-5B45-8D0B1E5E68A8}" dt="2024-12-05T18:01:29.711" v="806"/>
          <ac:spMkLst>
            <pc:docMk/>
            <pc:sldMk cId="2493125391" sldId="262"/>
            <ac:spMk id="8" creationId="{C11E6101-CE8D-6C2F-45EF-08C4E00CF90D}"/>
          </ac:spMkLst>
        </pc:spChg>
        <pc:spChg chg="add del mod">
          <ac:chgData name="Malhar Mahajan" userId="S::mmahajan@syr.edu::ea2b4336-b2fe-4867-a4de-e04a48cc3465" providerId="AD" clId="Web-{57ACD3C0-58A5-C6C6-5B45-8D0B1E5E68A8}" dt="2024-12-05T18:15:10.036" v="881"/>
          <ac:spMkLst>
            <pc:docMk/>
            <pc:sldMk cId="2493125391" sldId="262"/>
            <ac:spMk id="9" creationId="{440E98F5-4AD6-1549-A316-F9466B520EEA}"/>
          </ac:spMkLst>
        </pc:spChg>
      </pc:sldChg>
    </pc:docChg>
  </pc:docChgLst>
  <pc:docChgLst>
    <pc:chgData name="Jaswanth Srinivas Chandu Meesala" userId="S::jmeesala@syr.edu::8580bcca-dc4d-4f57-841a-7c3723766241" providerId="AD" clId="Web-{DDA051D8-FC51-6907-C72A-9334B86B3616}"/>
    <pc:docChg chg="modSld">
      <pc:chgData name="Jaswanth Srinivas Chandu Meesala" userId="S::jmeesala@syr.edu::8580bcca-dc4d-4f57-841a-7c3723766241" providerId="AD" clId="Web-{DDA051D8-FC51-6907-C72A-9334B86B3616}" dt="2024-12-05T19:32:51.012" v="1" actId="20577"/>
      <pc:docMkLst>
        <pc:docMk/>
      </pc:docMkLst>
      <pc:sldChg chg="modSp">
        <pc:chgData name="Jaswanth Srinivas Chandu Meesala" userId="S::jmeesala@syr.edu::8580bcca-dc4d-4f57-841a-7c3723766241" providerId="AD" clId="Web-{DDA051D8-FC51-6907-C72A-9334B86B3616}" dt="2024-12-05T19:32:51.012" v="1" actId="20577"/>
        <pc:sldMkLst>
          <pc:docMk/>
          <pc:sldMk cId="4075647376" sldId="256"/>
        </pc:sldMkLst>
        <pc:spChg chg="mod">
          <ac:chgData name="Jaswanth Srinivas Chandu Meesala" userId="S::jmeesala@syr.edu::8580bcca-dc4d-4f57-841a-7c3723766241" providerId="AD" clId="Web-{DDA051D8-FC51-6907-C72A-9334B86B3616}" dt="2024-12-05T19:32:51.012" v="1" actId="20577"/>
          <ac:spMkLst>
            <pc:docMk/>
            <pc:sldMk cId="4075647376" sldId="256"/>
            <ac:spMk id="9" creationId="{DF0D7747-5D89-278B-E16E-79EE488DEDD9}"/>
          </ac:spMkLst>
        </pc:spChg>
      </pc:sldChg>
    </pc:docChg>
  </pc:docChgLst>
  <pc:docChgLst>
    <pc:chgData name="Ethan Radecki" userId="S::ecradeck@syr.edu::80e520ca-903b-4ccb-81b0-8908bb57cce6" providerId="AD" clId="Web-{EF1C646F-C986-7F30-996A-853221766081}"/>
    <pc:docChg chg="addSld modSld">
      <pc:chgData name="Ethan Radecki" userId="S::ecradeck@syr.edu::80e520ca-903b-4ccb-81b0-8908bb57cce6" providerId="AD" clId="Web-{EF1C646F-C986-7F30-996A-853221766081}" dt="2024-12-05T18:56:18.103" v="924" actId="14100"/>
      <pc:docMkLst>
        <pc:docMk/>
      </pc:docMkLst>
      <pc:sldChg chg="addSp delSp modSp new mod setBg">
        <pc:chgData name="Ethan Radecki" userId="S::ecradeck@syr.edu::80e520ca-903b-4ccb-81b0-8908bb57cce6" providerId="AD" clId="Web-{EF1C646F-C986-7F30-996A-853221766081}" dt="2024-12-05T18:23:17.780" v="503" actId="1076"/>
        <pc:sldMkLst>
          <pc:docMk/>
          <pc:sldMk cId="1392784388" sldId="260"/>
        </pc:sldMkLst>
        <pc:spChg chg="mod">
          <ac:chgData name="Ethan Radecki" userId="S::ecradeck@syr.edu::80e520ca-903b-4ccb-81b0-8908bb57cce6" providerId="AD" clId="Web-{EF1C646F-C986-7F30-996A-853221766081}" dt="2024-12-05T17:55:43.357" v="337" actId="20577"/>
          <ac:spMkLst>
            <pc:docMk/>
            <pc:sldMk cId="1392784388" sldId="260"/>
            <ac:spMk id="2" creationId="{3C761351-DBCA-312A-0069-4E96BAB8AEB8}"/>
          </ac:spMkLst>
        </pc:spChg>
        <pc:spChg chg="del">
          <ac:chgData name="Ethan Radecki" userId="S::ecradeck@syr.edu::80e520ca-903b-4ccb-81b0-8908bb57cce6" providerId="AD" clId="Web-{EF1C646F-C986-7F30-996A-853221766081}" dt="2024-12-05T16:46:58.785" v="23"/>
          <ac:spMkLst>
            <pc:docMk/>
            <pc:sldMk cId="1392784388" sldId="260"/>
            <ac:spMk id="3" creationId="{7A3F490B-95A6-2B8F-5292-A6B0F8325101}"/>
          </ac:spMkLst>
        </pc:spChg>
        <pc:spChg chg="add del mod">
          <ac:chgData name="Ethan Radecki" userId="S::ecradeck@syr.edu::80e520ca-903b-4ccb-81b0-8908bb57cce6" providerId="AD" clId="Web-{EF1C646F-C986-7F30-996A-853221766081}" dt="2024-12-05T16:48:27.632" v="28"/>
          <ac:spMkLst>
            <pc:docMk/>
            <pc:sldMk cId="1392784388" sldId="260"/>
            <ac:spMk id="6" creationId="{9FB4F0EC-6AD8-58E6-421F-53BC7273F888}"/>
          </ac:spMkLst>
        </pc:spChg>
        <pc:spChg chg="add mod">
          <ac:chgData name="Ethan Radecki" userId="S::ecradeck@syr.edu::80e520ca-903b-4ccb-81b0-8908bb57cce6" providerId="AD" clId="Web-{EF1C646F-C986-7F30-996A-853221766081}" dt="2024-12-05T18:07:51.644" v="362" actId="20577"/>
          <ac:spMkLst>
            <pc:docMk/>
            <pc:sldMk cId="1392784388" sldId="260"/>
            <ac:spMk id="10" creationId="{9D5825A6-E1FE-429A-2036-4A6DB0514E96}"/>
          </ac:spMkLst>
        </pc:spChg>
        <pc:spChg chg="add mod">
          <ac:chgData name="Ethan Radecki" userId="S::ecradeck@syr.edu::80e520ca-903b-4ccb-81b0-8908bb57cce6" providerId="AD" clId="Web-{EF1C646F-C986-7F30-996A-853221766081}" dt="2024-12-05T18:23:17.780" v="503" actId="1076"/>
          <ac:spMkLst>
            <pc:docMk/>
            <pc:sldMk cId="1392784388" sldId="260"/>
            <ac:spMk id="11" creationId="{938AA1CF-36DD-71DC-4AFD-A5708E8FF8EF}"/>
          </ac:spMkLst>
        </pc:spChg>
        <pc:spChg chg="add">
          <ac:chgData name="Ethan Radecki" userId="S::ecradeck@syr.edu::80e520ca-903b-4ccb-81b0-8908bb57cce6" providerId="AD" clId="Web-{EF1C646F-C986-7F30-996A-853221766081}" dt="2024-12-05T16:49:48.868" v="37"/>
          <ac:spMkLst>
            <pc:docMk/>
            <pc:sldMk cId="1392784388" sldId="260"/>
            <ac:spMk id="13" creationId="{022BDE4A-8A20-4A69-9C5A-581C82036A4D}"/>
          </ac:spMkLst>
        </pc:spChg>
        <pc:spChg chg="add del mod">
          <ac:chgData name="Ethan Radecki" userId="S::ecradeck@syr.edu::80e520ca-903b-4ccb-81b0-8908bb57cce6" providerId="AD" clId="Web-{EF1C646F-C986-7F30-996A-853221766081}" dt="2024-12-05T17:40:07.862" v="309"/>
          <ac:spMkLst>
            <pc:docMk/>
            <pc:sldMk cId="1392784388" sldId="260"/>
            <ac:spMk id="16" creationId="{E523AD37-E5BD-1035-36BB-498B6DCF0919}"/>
          </ac:spMkLst>
        </pc:spChg>
        <pc:spChg chg="add mod">
          <ac:chgData name="Ethan Radecki" userId="S::ecradeck@syr.edu::80e520ca-903b-4ccb-81b0-8908bb57cce6" providerId="AD" clId="Web-{EF1C646F-C986-7F30-996A-853221766081}" dt="2024-12-05T18:22:56.920" v="499" actId="1076"/>
          <ac:spMkLst>
            <pc:docMk/>
            <pc:sldMk cId="1392784388" sldId="260"/>
            <ac:spMk id="18" creationId="{1472A66B-B664-13D1-ED59-23CC3BB92083}"/>
          </ac:spMkLst>
        </pc:spChg>
        <pc:spChg chg="add mod ord">
          <ac:chgData name="Ethan Radecki" userId="S::ecradeck@syr.edu::80e520ca-903b-4ccb-81b0-8908bb57cce6" providerId="AD" clId="Web-{EF1C646F-C986-7F30-996A-853221766081}" dt="2024-12-05T18:23:11.233" v="502" actId="1076"/>
          <ac:spMkLst>
            <pc:docMk/>
            <pc:sldMk cId="1392784388" sldId="260"/>
            <ac:spMk id="19" creationId="{19E4AFE6-21A5-B67D-D2E4-0601BC78138B}"/>
          </ac:spMkLst>
        </pc:spChg>
        <pc:spChg chg="add mod ord">
          <ac:chgData name="Ethan Radecki" userId="S::ecradeck@syr.edu::80e520ca-903b-4ccb-81b0-8908bb57cce6" providerId="AD" clId="Web-{EF1C646F-C986-7F30-996A-853221766081}" dt="2024-12-05T18:23:04.999" v="501" actId="1076"/>
          <ac:spMkLst>
            <pc:docMk/>
            <pc:sldMk cId="1392784388" sldId="260"/>
            <ac:spMk id="20" creationId="{839293B3-5C47-0B23-58AD-515ADD3831CC}"/>
          </ac:spMkLst>
        </pc:spChg>
        <pc:spChg chg="add mod">
          <ac:chgData name="Ethan Radecki" userId="S::ecradeck@syr.edu::80e520ca-903b-4ccb-81b0-8908bb57cce6" providerId="AD" clId="Web-{EF1C646F-C986-7F30-996A-853221766081}" dt="2024-12-05T18:23:01.170" v="500" actId="1076"/>
          <ac:spMkLst>
            <pc:docMk/>
            <pc:sldMk cId="1392784388" sldId="260"/>
            <ac:spMk id="21" creationId="{26CC9911-F331-C2F4-9A4C-45EB86C32E89}"/>
          </ac:spMkLst>
        </pc:spChg>
        <pc:picChg chg="add del mod ord">
          <ac:chgData name="Ethan Radecki" userId="S::ecradeck@syr.edu::80e520ca-903b-4ccb-81b0-8908bb57cce6" providerId="AD" clId="Web-{EF1C646F-C986-7F30-996A-853221766081}" dt="2024-12-05T16:48:20.491" v="27"/>
          <ac:picMkLst>
            <pc:docMk/>
            <pc:sldMk cId="1392784388" sldId="260"/>
            <ac:picMk id="4" creationId="{BCCB9CCF-B5C0-F66E-709F-6B1F2679698B}"/>
          </ac:picMkLst>
        </pc:picChg>
        <pc:picChg chg="add del mod ord">
          <ac:chgData name="Ethan Radecki" userId="S::ecradeck@syr.edu::80e520ca-903b-4ccb-81b0-8908bb57cce6" providerId="AD" clId="Web-{EF1C646F-C986-7F30-996A-853221766081}" dt="2024-12-05T17:39:40.814" v="306"/>
          <ac:picMkLst>
            <pc:docMk/>
            <pc:sldMk cId="1392784388" sldId="260"/>
            <ac:picMk id="7" creationId="{9FBD91E2-2A3C-650B-74AC-DE38E1484BE3}"/>
          </ac:picMkLst>
        </pc:picChg>
        <pc:picChg chg="add del mod">
          <ac:chgData name="Ethan Radecki" userId="S::ecradeck@syr.edu::80e520ca-903b-4ccb-81b0-8908bb57cce6" providerId="AD" clId="Web-{EF1C646F-C986-7F30-996A-853221766081}" dt="2024-12-05T17:38:43.594" v="292"/>
          <ac:picMkLst>
            <pc:docMk/>
            <pc:sldMk cId="1392784388" sldId="260"/>
            <ac:picMk id="8" creationId="{22497871-9451-5FD7-3233-8D9111005A24}"/>
          </ac:picMkLst>
        </pc:picChg>
        <pc:picChg chg="add del mod">
          <ac:chgData name="Ethan Radecki" userId="S::ecradeck@syr.edu::80e520ca-903b-4ccb-81b0-8908bb57cce6" providerId="AD" clId="Web-{EF1C646F-C986-7F30-996A-853221766081}" dt="2024-12-05T18:07:10.487" v="338"/>
          <ac:picMkLst>
            <pc:docMk/>
            <pc:sldMk cId="1392784388" sldId="260"/>
            <ac:picMk id="12" creationId="{C8CEB587-8B64-905E-1DA3-7B251F276BF9}"/>
          </ac:picMkLst>
        </pc:picChg>
        <pc:picChg chg="add del mod">
          <ac:chgData name="Ethan Radecki" userId="S::ecradeck@syr.edu::80e520ca-903b-4ccb-81b0-8908bb57cce6" providerId="AD" clId="Web-{EF1C646F-C986-7F30-996A-853221766081}" dt="2024-12-05T18:15:57.627" v="368"/>
          <ac:picMkLst>
            <pc:docMk/>
            <pc:sldMk cId="1392784388" sldId="260"/>
            <ac:picMk id="14" creationId="{70AF52AB-5AC1-989D-EB40-F36E136A74F8}"/>
          </ac:picMkLst>
        </pc:picChg>
        <pc:picChg chg="add mod">
          <ac:chgData name="Ethan Radecki" userId="S::ecradeck@syr.edu::80e520ca-903b-4ccb-81b0-8908bb57cce6" providerId="AD" clId="Web-{EF1C646F-C986-7F30-996A-853221766081}" dt="2024-12-05T18:08:10.785" v="367" actId="1076"/>
          <ac:picMkLst>
            <pc:docMk/>
            <pc:sldMk cId="1392784388" sldId="260"/>
            <ac:picMk id="17" creationId="{17884CCE-DFB5-244E-35C1-BF078AD2496C}"/>
          </ac:picMkLst>
        </pc:picChg>
      </pc:sldChg>
      <pc:sldChg chg="addSp delSp modSp add replId">
        <pc:chgData name="Ethan Radecki" userId="S::ecradeck@syr.edu::80e520ca-903b-4ccb-81b0-8908bb57cce6" providerId="AD" clId="Web-{EF1C646F-C986-7F30-996A-853221766081}" dt="2024-12-05T17:32:38.489" v="282" actId="20577"/>
        <pc:sldMkLst>
          <pc:docMk/>
          <pc:sldMk cId="499658592" sldId="261"/>
        </pc:sldMkLst>
        <pc:spChg chg="mod">
          <ac:chgData name="Ethan Radecki" userId="S::ecradeck@syr.edu::80e520ca-903b-4ccb-81b0-8908bb57cce6" providerId="AD" clId="Web-{EF1C646F-C986-7F30-996A-853221766081}" dt="2024-12-05T17:12:29.142" v="195" actId="20577"/>
          <ac:spMkLst>
            <pc:docMk/>
            <pc:sldMk cId="499658592" sldId="261"/>
            <ac:spMk id="2" creationId="{3C761351-DBCA-312A-0069-4E96BAB8AEB8}"/>
          </ac:spMkLst>
        </pc:spChg>
        <pc:spChg chg="add del mod">
          <ac:chgData name="Ethan Radecki" userId="S::ecradeck@syr.edu::80e520ca-903b-4ccb-81b0-8908bb57cce6" providerId="AD" clId="Web-{EF1C646F-C986-7F30-996A-853221766081}" dt="2024-12-05T17:28:44.592" v="224"/>
          <ac:spMkLst>
            <pc:docMk/>
            <pc:sldMk cId="499658592" sldId="261"/>
            <ac:spMk id="9" creationId="{DEF47C89-11D9-3AE6-BED6-F22D492E149E}"/>
          </ac:spMkLst>
        </pc:spChg>
        <pc:spChg chg="mod">
          <ac:chgData name="Ethan Radecki" userId="S::ecradeck@syr.edu::80e520ca-903b-4ccb-81b0-8908bb57cce6" providerId="AD" clId="Web-{EF1C646F-C986-7F30-996A-853221766081}" dt="2024-12-05T17:32:20.833" v="265" actId="20577"/>
          <ac:spMkLst>
            <pc:docMk/>
            <pc:sldMk cId="499658592" sldId="261"/>
            <ac:spMk id="10" creationId="{9D5825A6-E1FE-429A-2036-4A6DB0514E96}"/>
          </ac:spMkLst>
        </pc:spChg>
        <pc:spChg chg="mod">
          <ac:chgData name="Ethan Radecki" userId="S::ecradeck@syr.edu::80e520ca-903b-4ccb-81b0-8908bb57cce6" providerId="AD" clId="Web-{EF1C646F-C986-7F30-996A-853221766081}" dt="2024-12-05T17:32:38.489" v="282" actId="20577"/>
          <ac:spMkLst>
            <pc:docMk/>
            <pc:sldMk cId="499658592" sldId="261"/>
            <ac:spMk id="11" creationId="{938AA1CF-36DD-71DC-4AFD-A5708E8FF8EF}"/>
          </ac:spMkLst>
        </pc:spChg>
        <pc:picChg chg="add del mod">
          <ac:chgData name="Ethan Radecki" userId="S::ecradeck@syr.edu::80e520ca-903b-4ccb-81b0-8908bb57cce6" providerId="AD" clId="Web-{EF1C646F-C986-7F30-996A-853221766081}" dt="2024-12-05T17:10:37.358" v="188"/>
          <ac:picMkLst>
            <pc:docMk/>
            <pc:sldMk cId="499658592" sldId="261"/>
            <ac:picMk id="3" creationId="{4F0473D2-9EF8-DE71-56E7-ED5ECC235ECC}"/>
          </ac:picMkLst>
        </pc:picChg>
        <pc:picChg chg="add del mod">
          <ac:chgData name="Ethan Radecki" userId="S::ecradeck@syr.edu::80e520ca-903b-4ccb-81b0-8908bb57cce6" providerId="AD" clId="Web-{EF1C646F-C986-7F30-996A-853221766081}" dt="2024-12-05T17:31:34.269" v="234"/>
          <ac:picMkLst>
            <pc:docMk/>
            <pc:sldMk cId="499658592" sldId="261"/>
            <ac:picMk id="4" creationId="{9048E672-6837-CE4E-A6F9-52CCD2B345E3}"/>
          </ac:picMkLst>
        </pc:picChg>
        <pc:picChg chg="add mod">
          <ac:chgData name="Ethan Radecki" userId="S::ecradeck@syr.edu::80e520ca-903b-4ccb-81b0-8908bb57cce6" providerId="AD" clId="Web-{EF1C646F-C986-7F30-996A-853221766081}" dt="2024-12-05T17:28:37.232" v="223"/>
          <ac:picMkLst>
            <pc:docMk/>
            <pc:sldMk cId="499658592" sldId="261"/>
            <ac:picMk id="5" creationId="{4F979D9A-0168-7417-EA3B-E11F67814485}"/>
          </ac:picMkLst>
        </pc:picChg>
        <pc:picChg chg="del">
          <ac:chgData name="Ethan Radecki" userId="S::ecradeck@syr.edu::80e520ca-903b-4ccb-81b0-8908bb57cce6" providerId="AD" clId="Web-{EF1C646F-C986-7F30-996A-853221766081}" dt="2024-12-05T17:28:25.123" v="219"/>
          <ac:picMkLst>
            <pc:docMk/>
            <pc:sldMk cId="499658592" sldId="261"/>
            <ac:picMk id="7" creationId="{9FBD91E2-2A3C-650B-74AC-DE38E1484BE3}"/>
          </ac:picMkLst>
        </pc:picChg>
        <pc:picChg chg="del">
          <ac:chgData name="Ethan Radecki" userId="S::ecradeck@syr.edu::80e520ca-903b-4ccb-81b0-8908bb57cce6" providerId="AD" clId="Web-{EF1C646F-C986-7F30-996A-853221766081}" dt="2024-12-05T17:10:23.451" v="185"/>
          <ac:picMkLst>
            <pc:docMk/>
            <pc:sldMk cId="499658592" sldId="261"/>
            <ac:picMk id="8" creationId="{22497871-9451-5FD7-3233-8D9111005A24}"/>
          </ac:picMkLst>
        </pc:picChg>
        <pc:picChg chg="add mod">
          <ac:chgData name="Ethan Radecki" userId="S::ecradeck@syr.edu::80e520ca-903b-4ccb-81b0-8908bb57cce6" providerId="AD" clId="Web-{EF1C646F-C986-7F30-996A-853221766081}" dt="2024-12-05T17:31:49.410" v="238"/>
          <ac:picMkLst>
            <pc:docMk/>
            <pc:sldMk cId="499658592" sldId="261"/>
            <ac:picMk id="12" creationId="{876D7E96-09D3-D497-7598-FAB822177A7B}"/>
          </ac:picMkLst>
        </pc:picChg>
      </pc:sldChg>
      <pc:sldChg chg="addSp delSp modSp">
        <pc:chgData name="Ethan Radecki" userId="S::ecradeck@syr.edu::80e520ca-903b-4ccb-81b0-8908bb57cce6" providerId="AD" clId="Web-{EF1C646F-C986-7F30-996A-853221766081}" dt="2024-12-05T18:33:31.095" v="566" actId="1076"/>
        <pc:sldMkLst>
          <pc:docMk/>
          <pc:sldMk cId="2493125391" sldId="262"/>
        </pc:sldMkLst>
        <pc:picChg chg="add del mod">
          <ac:chgData name="Ethan Radecki" userId="S::ecradeck@syr.edu::80e520ca-903b-4ccb-81b0-8908bb57cce6" providerId="AD" clId="Web-{EF1C646F-C986-7F30-996A-853221766081}" dt="2024-12-05T18:30:20.433" v="528"/>
          <ac:picMkLst>
            <pc:docMk/>
            <pc:sldMk cId="2493125391" sldId="262"/>
            <ac:picMk id="2" creationId="{2E20EF82-34AF-0F52-47AE-5E8DECDDBE9B}"/>
          </ac:picMkLst>
        </pc:picChg>
        <pc:picChg chg="add del mod">
          <ac:chgData name="Ethan Radecki" userId="S::ecradeck@syr.edu::80e520ca-903b-4ccb-81b0-8908bb57cce6" providerId="AD" clId="Web-{EF1C646F-C986-7F30-996A-853221766081}" dt="2024-12-05T18:31:22.794" v="542"/>
          <ac:picMkLst>
            <pc:docMk/>
            <pc:sldMk cId="2493125391" sldId="262"/>
            <ac:picMk id="3" creationId="{83CF1A17-9F8A-9C28-853C-019C4FFD5968}"/>
          </ac:picMkLst>
        </pc:picChg>
        <pc:picChg chg="add del mod">
          <ac:chgData name="Ethan Radecki" userId="S::ecradeck@syr.edu::80e520ca-903b-4ccb-81b0-8908bb57cce6" providerId="AD" clId="Web-{EF1C646F-C986-7F30-996A-853221766081}" dt="2024-12-05T18:32:21.937" v="552"/>
          <ac:picMkLst>
            <pc:docMk/>
            <pc:sldMk cId="2493125391" sldId="262"/>
            <ac:picMk id="4" creationId="{02983BD4-B95C-D45F-3FC8-A2A3724BC5FB}"/>
          </ac:picMkLst>
        </pc:picChg>
        <pc:picChg chg="add del mod">
          <ac:chgData name="Ethan Radecki" userId="S::ecradeck@syr.edu::80e520ca-903b-4ccb-81b0-8908bb57cce6" providerId="AD" clId="Web-{EF1C646F-C986-7F30-996A-853221766081}" dt="2024-12-05T18:32:34.921" v="558"/>
          <ac:picMkLst>
            <pc:docMk/>
            <pc:sldMk cId="2493125391" sldId="262"/>
            <ac:picMk id="10" creationId="{14E60185-DAE6-9DBA-B07D-779E20A5912B}"/>
          </ac:picMkLst>
        </pc:picChg>
        <pc:picChg chg="add mod">
          <ac:chgData name="Ethan Radecki" userId="S::ecradeck@syr.edu::80e520ca-903b-4ccb-81b0-8908bb57cce6" providerId="AD" clId="Web-{EF1C646F-C986-7F30-996A-853221766081}" dt="2024-12-05T18:32:33.718" v="557" actId="1076"/>
          <ac:picMkLst>
            <pc:docMk/>
            <pc:sldMk cId="2493125391" sldId="262"/>
            <ac:picMk id="11" creationId="{D37F0E64-0B9C-2454-046E-B92863A80D04}"/>
          </ac:picMkLst>
        </pc:picChg>
        <pc:picChg chg="add mod">
          <ac:chgData name="Ethan Radecki" userId="S::ecradeck@syr.edu::80e520ca-903b-4ccb-81b0-8908bb57cce6" providerId="AD" clId="Web-{EF1C646F-C986-7F30-996A-853221766081}" dt="2024-12-05T18:33:31.095" v="566" actId="1076"/>
          <ac:picMkLst>
            <pc:docMk/>
            <pc:sldMk cId="2493125391" sldId="262"/>
            <ac:picMk id="12" creationId="{882BA7BF-CEE2-F9D0-27F1-C359E12472A2}"/>
          </ac:picMkLst>
        </pc:picChg>
      </pc:sldChg>
      <pc:sldChg chg="add replId">
        <pc:chgData name="Ethan Radecki" userId="S::ecradeck@syr.edu::80e520ca-903b-4ccb-81b0-8908bb57cce6" providerId="AD" clId="Web-{EF1C646F-C986-7F30-996A-853221766081}" dt="2024-12-05T17:55:24.201" v="310"/>
        <pc:sldMkLst>
          <pc:docMk/>
          <pc:sldMk cId="2270936052" sldId="263"/>
        </pc:sldMkLst>
      </pc:sldChg>
      <pc:sldChg chg="addSp delSp modSp add replId">
        <pc:chgData name="Ethan Radecki" userId="S::ecradeck@syr.edu::80e520ca-903b-4ccb-81b0-8908bb57cce6" providerId="AD" clId="Web-{EF1C646F-C986-7F30-996A-853221766081}" dt="2024-12-05T18:44:20.801" v="740"/>
        <pc:sldMkLst>
          <pc:docMk/>
          <pc:sldMk cId="527783278" sldId="264"/>
        </pc:sldMkLst>
        <pc:spChg chg="add mod">
          <ac:chgData name="Ethan Radecki" userId="S::ecradeck@syr.edu::80e520ca-903b-4ccb-81b0-8908bb57cce6" providerId="AD" clId="Web-{EF1C646F-C986-7F30-996A-853221766081}" dt="2024-12-05T18:41:47.343" v="661" actId="1076"/>
          <ac:spMkLst>
            <pc:docMk/>
            <pc:sldMk cId="527783278" sldId="264"/>
            <ac:spMk id="3" creationId="{C24264B2-1C52-52CA-273D-A2CCC3157E3E}"/>
          </ac:spMkLst>
        </pc:spChg>
        <pc:spChg chg="add mod ord">
          <ac:chgData name="Ethan Radecki" userId="S::ecradeck@syr.edu::80e520ca-903b-4ccb-81b0-8908bb57cce6" providerId="AD" clId="Web-{EF1C646F-C986-7F30-996A-853221766081}" dt="2024-12-05T18:41:53.391" v="662" actId="14100"/>
          <ac:spMkLst>
            <pc:docMk/>
            <pc:sldMk cId="527783278" sldId="264"/>
            <ac:spMk id="6" creationId="{3FD95D4B-2877-406A-1660-F3ED6594243C}"/>
          </ac:spMkLst>
        </pc:spChg>
        <pc:spChg chg="add mod">
          <ac:chgData name="Ethan Radecki" userId="S::ecradeck@syr.edu::80e520ca-903b-4ccb-81b0-8908bb57cce6" providerId="AD" clId="Web-{EF1C646F-C986-7F30-996A-853221766081}" dt="2024-12-05T18:41:56.454" v="663" actId="1076"/>
          <ac:spMkLst>
            <pc:docMk/>
            <pc:sldMk cId="527783278" sldId="264"/>
            <ac:spMk id="8" creationId="{00EDDF84-5150-38E3-2D33-55B0CD422DB3}"/>
          </ac:spMkLst>
        </pc:spChg>
        <pc:spChg chg="add mod">
          <ac:chgData name="Ethan Radecki" userId="S::ecradeck@syr.edu::80e520ca-903b-4ccb-81b0-8908bb57cce6" providerId="AD" clId="Web-{EF1C646F-C986-7F30-996A-853221766081}" dt="2024-12-05T18:42:53.517" v="723" actId="1076"/>
          <ac:spMkLst>
            <pc:docMk/>
            <pc:sldMk cId="527783278" sldId="264"/>
            <ac:spMk id="9" creationId="{A7369D7F-C1E9-D628-7DDC-1961E4A11B41}"/>
          </ac:spMkLst>
        </pc:spChg>
        <pc:spChg chg="del mod">
          <ac:chgData name="Ethan Radecki" userId="S::ecradeck@syr.edu::80e520ca-903b-4ccb-81b0-8908bb57cce6" providerId="AD" clId="Web-{EF1C646F-C986-7F30-996A-853221766081}" dt="2024-12-05T18:38:44.916" v="571"/>
          <ac:spMkLst>
            <pc:docMk/>
            <pc:sldMk cId="527783278" sldId="264"/>
            <ac:spMk id="10" creationId="{9D5825A6-E1FE-429A-2036-4A6DB0514E96}"/>
          </ac:spMkLst>
        </pc:spChg>
        <pc:spChg chg="mod">
          <ac:chgData name="Ethan Radecki" userId="S::ecradeck@syr.edu::80e520ca-903b-4ccb-81b0-8908bb57cce6" providerId="AD" clId="Web-{EF1C646F-C986-7F30-996A-853221766081}" dt="2024-12-05T18:40:42.279" v="646" actId="1076"/>
          <ac:spMkLst>
            <pc:docMk/>
            <pc:sldMk cId="527783278" sldId="264"/>
            <ac:spMk id="11" creationId="{938AA1CF-36DD-71DC-4AFD-A5708E8FF8EF}"/>
          </ac:spMkLst>
        </pc:spChg>
        <pc:spChg chg="ord">
          <ac:chgData name="Ethan Radecki" userId="S::ecradeck@syr.edu::80e520ca-903b-4ccb-81b0-8908bb57cce6" providerId="AD" clId="Web-{EF1C646F-C986-7F30-996A-853221766081}" dt="2024-12-05T18:41:09.530" v="651"/>
          <ac:spMkLst>
            <pc:docMk/>
            <pc:sldMk cId="527783278" sldId="264"/>
            <ac:spMk id="13" creationId="{022BDE4A-8A20-4A69-9C5A-581C82036A4D}"/>
          </ac:spMkLst>
        </pc:spChg>
        <pc:picChg chg="del">
          <ac:chgData name="Ethan Radecki" userId="S::ecradeck@syr.edu::80e520ca-903b-4ccb-81b0-8908bb57cce6" providerId="AD" clId="Web-{EF1C646F-C986-7F30-996A-853221766081}" dt="2024-12-05T18:39:04.011" v="583"/>
          <ac:picMkLst>
            <pc:docMk/>
            <pc:sldMk cId="527783278" sldId="264"/>
            <ac:picMk id="5" creationId="{4F979D9A-0168-7417-EA3B-E11F67814485}"/>
          </ac:picMkLst>
        </pc:picChg>
        <pc:picChg chg="del">
          <ac:chgData name="Ethan Radecki" userId="S::ecradeck@syr.edu::80e520ca-903b-4ccb-81b0-8908bb57cce6" providerId="AD" clId="Web-{EF1C646F-C986-7F30-996A-853221766081}" dt="2024-12-05T18:35:19.598" v="568"/>
          <ac:picMkLst>
            <pc:docMk/>
            <pc:sldMk cId="527783278" sldId="264"/>
            <ac:picMk id="12" creationId="{876D7E96-09D3-D497-7598-FAB822177A7B}"/>
          </ac:picMkLst>
        </pc:picChg>
        <pc:picChg chg="add mod">
          <ac:chgData name="Ethan Radecki" userId="S::ecradeck@syr.edu::80e520ca-903b-4ccb-81b0-8908bb57cce6" providerId="AD" clId="Web-{EF1C646F-C986-7F30-996A-853221766081}" dt="2024-12-05T18:44:20.801" v="740"/>
          <ac:picMkLst>
            <pc:docMk/>
            <pc:sldMk cId="527783278" sldId="264"/>
            <ac:picMk id="14" creationId="{C48713B8-FAAB-CEE7-114D-F5AF93B9E208}"/>
          </ac:picMkLst>
        </pc:picChg>
        <pc:picChg chg="add mod">
          <ac:chgData name="Ethan Radecki" userId="S::ecradeck@syr.edu::80e520ca-903b-4ccb-81b0-8908bb57cce6" providerId="AD" clId="Web-{EF1C646F-C986-7F30-996A-853221766081}" dt="2024-12-05T18:44:18.301" v="739"/>
          <ac:picMkLst>
            <pc:docMk/>
            <pc:sldMk cId="527783278" sldId="264"/>
            <ac:picMk id="15" creationId="{09033F91-4850-17E7-27BD-D1BC331FE357}"/>
          </ac:picMkLst>
        </pc:picChg>
      </pc:sldChg>
      <pc:sldChg chg="addSp delSp modSp add replId">
        <pc:chgData name="Ethan Radecki" userId="S::ecradeck@syr.edu::80e520ca-903b-4ccb-81b0-8908bb57cce6" providerId="AD" clId="Web-{EF1C646F-C986-7F30-996A-853221766081}" dt="2024-12-05T18:56:18.103" v="924" actId="14100"/>
        <pc:sldMkLst>
          <pc:docMk/>
          <pc:sldMk cId="3447342057" sldId="265"/>
        </pc:sldMkLst>
        <pc:spChg chg="mod">
          <ac:chgData name="Ethan Radecki" userId="S::ecradeck@syr.edu::80e520ca-903b-4ccb-81b0-8908bb57cce6" providerId="AD" clId="Web-{EF1C646F-C986-7F30-996A-853221766081}" dt="2024-12-05T18:50:10.467" v="773" actId="20577"/>
          <ac:spMkLst>
            <pc:docMk/>
            <pc:sldMk cId="3447342057" sldId="265"/>
            <ac:spMk id="2" creationId="{3C761351-DBCA-312A-0069-4E96BAB8AEB8}"/>
          </ac:spMkLst>
        </pc:spChg>
        <pc:spChg chg="add mod">
          <ac:chgData name="Ethan Radecki" userId="S::ecradeck@syr.edu::80e520ca-903b-4ccb-81b0-8908bb57cce6" providerId="AD" clId="Web-{EF1C646F-C986-7F30-996A-853221766081}" dt="2024-12-05T18:50:52.828" v="824" actId="20577"/>
          <ac:spMkLst>
            <pc:docMk/>
            <pc:sldMk cId="3447342057" sldId="265"/>
            <ac:spMk id="3" creationId="{CEA4F11B-5AD9-0EE8-5DF0-48978E02F4E6}"/>
          </ac:spMkLst>
        </pc:spChg>
        <pc:spChg chg="add del mod">
          <ac:chgData name="Ethan Radecki" userId="S::ecradeck@syr.edu::80e520ca-903b-4ccb-81b0-8908bb57cce6" providerId="AD" clId="Web-{EF1C646F-C986-7F30-996A-853221766081}" dt="2024-12-05T18:53:24.020" v="859"/>
          <ac:spMkLst>
            <pc:docMk/>
            <pc:sldMk cId="3447342057" sldId="265"/>
            <ac:spMk id="4" creationId="{EDAFFC27-D974-AE7F-F85B-120C7A0B8069}"/>
          </ac:spMkLst>
        </pc:spChg>
        <pc:spChg chg="add mod ord">
          <ac:chgData name="Ethan Radecki" userId="S::ecradeck@syr.edu::80e520ca-903b-4ccb-81b0-8908bb57cce6" providerId="AD" clId="Web-{EF1C646F-C986-7F30-996A-853221766081}" dt="2024-12-05T18:53:09.035" v="855"/>
          <ac:spMkLst>
            <pc:docMk/>
            <pc:sldMk cId="3447342057" sldId="265"/>
            <ac:spMk id="6" creationId="{B7238837-27CA-2145-A4EB-591221F03C12}"/>
          </ac:spMkLst>
        </pc:spChg>
        <pc:spChg chg="add mod">
          <ac:chgData name="Ethan Radecki" userId="S::ecradeck@syr.edu::80e520ca-903b-4ccb-81b0-8908bb57cce6" providerId="AD" clId="Web-{EF1C646F-C986-7F30-996A-853221766081}" dt="2024-12-05T18:54:29.272" v="884" actId="1076"/>
          <ac:spMkLst>
            <pc:docMk/>
            <pc:sldMk cId="3447342057" sldId="265"/>
            <ac:spMk id="7" creationId="{12F7D33B-19EA-2756-1FCA-65B3DD13AB0B}"/>
          </ac:spMkLst>
        </pc:spChg>
        <pc:spChg chg="add mod ord">
          <ac:chgData name="Ethan Radecki" userId="S::ecradeck@syr.edu::80e520ca-903b-4ccb-81b0-8908bb57cce6" providerId="AD" clId="Web-{EF1C646F-C986-7F30-996A-853221766081}" dt="2024-12-05T18:53:02.175" v="854"/>
          <ac:spMkLst>
            <pc:docMk/>
            <pc:sldMk cId="3447342057" sldId="265"/>
            <ac:spMk id="8" creationId="{107DE1FE-385A-C17C-55F1-57E0A3DE8CEB}"/>
          </ac:spMkLst>
        </pc:spChg>
        <pc:spChg chg="add mod">
          <ac:chgData name="Ethan Radecki" userId="S::ecradeck@syr.edu::80e520ca-903b-4ccb-81b0-8908bb57cce6" providerId="AD" clId="Web-{EF1C646F-C986-7F30-996A-853221766081}" dt="2024-12-05T18:55:57.071" v="908" actId="20577"/>
          <ac:spMkLst>
            <pc:docMk/>
            <pc:sldMk cId="3447342057" sldId="265"/>
            <ac:spMk id="9" creationId="{197CFB8E-7AE5-8831-5D55-39A5077966CA}"/>
          </ac:spMkLst>
        </pc:spChg>
        <pc:spChg chg="mod">
          <ac:chgData name="Ethan Radecki" userId="S::ecradeck@syr.edu::80e520ca-903b-4ccb-81b0-8908bb57cce6" providerId="AD" clId="Web-{EF1C646F-C986-7F30-996A-853221766081}" dt="2024-12-05T18:50:24.780" v="801" actId="20577"/>
          <ac:spMkLst>
            <pc:docMk/>
            <pc:sldMk cId="3447342057" sldId="265"/>
            <ac:spMk id="10" creationId="{9D5825A6-E1FE-429A-2036-4A6DB0514E96}"/>
          </ac:spMkLst>
        </pc:spChg>
        <pc:spChg chg="del">
          <ac:chgData name="Ethan Radecki" userId="S::ecradeck@syr.edu::80e520ca-903b-4ccb-81b0-8908bb57cce6" providerId="AD" clId="Web-{EF1C646F-C986-7F30-996A-853221766081}" dt="2024-12-05T18:50:34.999" v="804"/>
          <ac:spMkLst>
            <pc:docMk/>
            <pc:sldMk cId="3447342057" sldId="265"/>
            <ac:spMk id="11" creationId="{938AA1CF-36DD-71DC-4AFD-A5708E8FF8EF}"/>
          </ac:spMkLst>
        </pc:spChg>
        <pc:spChg chg="add del">
          <ac:chgData name="Ethan Radecki" userId="S::ecradeck@syr.edu::80e520ca-903b-4ccb-81b0-8908bb57cce6" providerId="AD" clId="Web-{EF1C646F-C986-7F30-996A-853221766081}" dt="2024-12-05T18:55:00.257" v="890"/>
          <ac:spMkLst>
            <pc:docMk/>
            <pc:sldMk cId="3447342057" sldId="265"/>
            <ac:spMk id="12" creationId="{2BD31CD3-8997-C901-8410-17E23F4ABC87}"/>
          </ac:spMkLst>
        </pc:spChg>
        <pc:spChg chg="add del">
          <ac:chgData name="Ethan Radecki" userId="S::ecradeck@syr.edu::80e520ca-903b-4ccb-81b0-8908bb57cce6" providerId="AD" clId="Web-{EF1C646F-C986-7F30-996A-853221766081}" dt="2024-12-05T18:55:00.257" v="889"/>
          <ac:spMkLst>
            <pc:docMk/>
            <pc:sldMk cId="3447342057" sldId="265"/>
            <ac:spMk id="14" creationId="{A8C401E5-A804-4E0E-FA79-71A7B846592C}"/>
          </ac:spMkLst>
        </pc:spChg>
        <pc:spChg chg="add del">
          <ac:chgData name="Ethan Radecki" userId="S::ecradeck@syr.edu::80e520ca-903b-4ccb-81b0-8908bb57cce6" providerId="AD" clId="Web-{EF1C646F-C986-7F30-996A-853221766081}" dt="2024-12-05T18:55:00.257" v="888"/>
          <ac:spMkLst>
            <pc:docMk/>
            <pc:sldMk cId="3447342057" sldId="265"/>
            <ac:spMk id="15" creationId="{0F6BF3BF-1888-AC92-D3F2-E386E6C3ACA1}"/>
          </ac:spMkLst>
        </pc:spChg>
        <pc:spChg chg="add del">
          <ac:chgData name="Ethan Radecki" userId="S::ecradeck@syr.edu::80e520ca-903b-4ccb-81b0-8908bb57cce6" providerId="AD" clId="Web-{EF1C646F-C986-7F30-996A-853221766081}" dt="2024-12-05T18:55:09.945" v="896"/>
          <ac:spMkLst>
            <pc:docMk/>
            <pc:sldMk cId="3447342057" sldId="265"/>
            <ac:spMk id="16" creationId="{592632FA-23B6-F25C-6497-7F4583771953}"/>
          </ac:spMkLst>
        </pc:spChg>
        <pc:spChg chg="del">
          <ac:chgData name="Ethan Radecki" userId="S::ecradeck@syr.edu::80e520ca-903b-4ccb-81b0-8908bb57cce6" providerId="AD" clId="Web-{EF1C646F-C986-7F30-996A-853221766081}" dt="2024-12-05T18:50:59.859" v="826"/>
          <ac:spMkLst>
            <pc:docMk/>
            <pc:sldMk cId="3447342057" sldId="265"/>
            <ac:spMk id="18" creationId="{1472A66B-B664-13D1-ED59-23CC3BB92083}"/>
          </ac:spMkLst>
        </pc:spChg>
        <pc:spChg chg="del">
          <ac:chgData name="Ethan Radecki" userId="S::ecradeck@syr.edu::80e520ca-903b-4ccb-81b0-8908bb57cce6" providerId="AD" clId="Web-{EF1C646F-C986-7F30-996A-853221766081}" dt="2024-12-05T18:50:36.687" v="805"/>
          <ac:spMkLst>
            <pc:docMk/>
            <pc:sldMk cId="3447342057" sldId="265"/>
            <ac:spMk id="20" creationId="{839293B3-5C47-0B23-58AD-515ADD3831CC}"/>
          </ac:spMkLst>
        </pc:spChg>
        <pc:spChg chg="del">
          <ac:chgData name="Ethan Radecki" userId="S::ecradeck@syr.edu::80e520ca-903b-4ccb-81b0-8908bb57cce6" providerId="AD" clId="Web-{EF1C646F-C986-7F30-996A-853221766081}" dt="2024-12-05T18:50:38.343" v="806"/>
          <ac:spMkLst>
            <pc:docMk/>
            <pc:sldMk cId="3447342057" sldId="265"/>
            <ac:spMk id="21" creationId="{26CC9911-F331-C2F4-9A4C-45EB86C32E89}"/>
          </ac:spMkLst>
        </pc:spChg>
        <pc:spChg chg="add del">
          <ac:chgData name="Ethan Radecki" userId="S::ecradeck@syr.edu::80e520ca-903b-4ccb-81b0-8908bb57cce6" providerId="AD" clId="Web-{EF1C646F-C986-7F30-996A-853221766081}" dt="2024-12-05T18:55:09.945" v="895"/>
          <ac:spMkLst>
            <pc:docMk/>
            <pc:sldMk cId="3447342057" sldId="265"/>
            <ac:spMk id="22" creationId="{03B3B3BD-E255-C687-41A2-44C36D8E9C8E}"/>
          </ac:spMkLst>
        </pc:spChg>
        <pc:spChg chg="add del">
          <ac:chgData name="Ethan Radecki" userId="S::ecradeck@syr.edu::80e520ca-903b-4ccb-81b0-8908bb57cce6" providerId="AD" clId="Web-{EF1C646F-C986-7F30-996A-853221766081}" dt="2024-12-05T18:55:09.945" v="894"/>
          <ac:spMkLst>
            <pc:docMk/>
            <pc:sldMk cId="3447342057" sldId="265"/>
            <ac:spMk id="23" creationId="{565BE0A5-9C9B-0867-8059-79FA7FED1749}"/>
          </ac:spMkLst>
        </pc:spChg>
        <pc:spChg chg="add del">
          <ac:chgData name="Ethan Radecki" userId="S::ecradeck@syr.edu::80e520ca-903b-4ccb-81b0-8908bb57cce6" providerId="AD" clId="Web-{EF1C646F-C986-7F30-996A-853221766081}" dt="2024-12-05T18:55:22.133" v="902"/>
          <ac:spMkLst>
            <pc:docMk/>
            <pc:sldMk cId="3447342057" sldId="265"/>
            <ac:spMk id="24" creationId="{BB2841C5-5627-EA5D-1709-27A11897A0E3}"/>
          </ac:spMkLst>
        </pc:spChg>
        <pc:spChg chg="add del">
          <ac:chgData name="Ethan Radecki" userId="S::ecradeck@syr.edu::80e520ca-903b-4ccb-81b0-8908bb57cce6" providerId="AD" clId="Web-{EF1C646F-C986-7F30-996A-853221766081}" dt="2024-12-05T18:55:22.133" v="901"/>
          <ac:spMkLst>
            <pc:docMk/>
            <pc:sldMk cId="3447342057" sldId="265"/>
            <ac:spMk id="25" creationId="{EEA4B21C-AF77-F6C7-4120-649C15D5B995}"/>
          </ac:spMkLst>
        </pc:spChg>
        <pc:spChg chg="add del">
          <ac:chgData name="Ethan Radecki" userId="S::ecradeck@syr.edu::80e520ca-903b-4ccb-81b0-8908bb57cce6" providerId="AD" clId="Web-{EF1C646F-C986-7F30-996A-853221766081}" dt="2024-12-05T18:55:22.133" v="900"/>
          <ac:spMkLst>
            <pc:docMk/>
            <pc:sldMk cId="3447342057" sldId="265"/>
            <ac:spMk id="26" creationId="{943C63CD-FFE1-490F-D31F-4C1C06628106}"/>
          </ac:spMkLst>
        </pc:spChg>
        <pc:spChg chg="add mod">
          <ac:chgData name="Ethan Radecki" userId="S::ecradeck@syr.edu::80e520ca-903b-4ccb-81b0-8908bb57cce6" providerId="AD" clId="Web-{EF1C646F-C986-7F30-996A-853221766081}" dt="2024-12-05T18:55:35.289" v="905"/>
          <ac:spMkLst>
            <pc:docMk/>
            <pc:sldMk cId="3447342057" sldId="265"/>
            <ac:spMk id="27" creationId="{7319A666-DBA1-A355-8EB9-E04FE75EE74F}"/>
          </ac:spMkLst>
        </pc:spChg>
        <pc:spChg chg="add mod">
          <ac:chgData name="Ethan Radecki" userId="S::ecradeck@syr.edu::80e520ca-903b-4ccb-81b0-8908bb57cce6" providerId="AD" clId="Web-{EF1C646F-C986-7F30-996A-853221766081}" dt="2024-12-05T18:56:18.103" v="924" actId="14100"/>
          <ac:spMkLst>
            <pc:docMk/>
            <pc:sldMk cId="3447342057" sldId="265"/>
            <ac:spMk id="28" creationId="{78771F2D-1E17-749F-D26A-3040FAE8D3EB}"/>
          </ac:spMkLst>
        </pc:spChg>
        <pc:picChg chg="del">
          <ac:chgData name="Ethan Radecki" userId="S::ecradeck@syr.edu::80e520ca-903b-4ccb-81b0-8908bb57cce6" providerId="AD" clId="Web-{EF1C646F-C986-7F30-996A-853221766081}" dt="2024-12-05T18:50:55.281" v="825"/>
          <ac:picMkLst>
            <pc:docMk/>
            <pc:sldMk cId="3447342057" sldId="265"/>
            <ac:picMk id="17" creationId="{17884CCE-DFB5-244E-35C1-BF078AD2496C}"/>
          </ac:picMkLst>
        </pc:picChg>
      </pc:sldChg>
    </pc:docChg>
  </pc:docChgLst>
  <pc:docChgLst>
    <pc:chgData name="Jaswanth Srinivas Chandu Meesala" userId="S::jmeesala@syr.edu::8580bcca-dc4d-4f57-841a-7c3723766241" providerId="AD" clId="Web-{24A75450-AB1B-348B-6144-8A14F1841F8C}"/>
    <pc:docChg chg="modSld">
      <pc:chgData name="Jaswanth Srinivas Chandu Meesala" userId="S::jmeesala@syr.edu::8580bcca-dc4d-4f57-841a-7c3723766241" providerId="AD" clId="Web-{24A75450-AB1B-348B-6144-8A14F1841F8C}" dt="2024-12-05T18:08:21.607" v="5" actId="20577"/>
      <pc:docMkLst>
        <pc:docMk/>
      </pc:docMkLst>
      <pc:sldChg chg="modSp">
        <pc:chgData name="Jaswanth Srinivas Chandu Meesala" userId="S::jmeesala@syr.edu::8580bcca-dc4d-4f57-841a-7c3723766241" providerId="AD" clId="Web-{24A75450-AB1B-348B-6144-8A14F1841F8C}" dt="2024-12-05T18:08:21.607" v="5" actId="20577"/>
        <pc:sldMkLst>
          <pc:docMk/>
          <pc:sldMk cId="4075647376" sldId="256"/>
        </pc:sldMkLst>
        <pc:spChg chg="mod">
          <ac:chgData name="Jaswanth Srinivas Chandu Meesala" userId="S::jmeesala@syr.edu::8580bcca-dc4d-4f57-841a-7c3723766241" providerId="AD" clId="Web-{24A75450-AB1B-348B-6144-8A14F1841F8C}" dt="2024-12-05T18:08:21.607" v="5" actId="20577"/>
          <ac:spMkLst>
            <pc:docMk/>
            <pc:sldMk cId="4075647376" sldId="256"/>
            <ac:spMk id="6" creationId="{69507685-FA7C-3205-43DD-47D673531110}"/>
          </ac:spMkLst>
        </pc:spChg>
      </pc:sldChg>
      <pc:sldChg chg="modSp">
        <pc:chgData name="Jaswanth Srinivas Chandu Meesala" userId="S::jmeesala@syr.edu::8580bcca-dc4d-4f57-841a-7c3723766241" providerId="AD" clId="Web-{24A75450-AB1B-348B-6144-8A14F1841F8C}" dt="2024-12-05T18:08:12.326" v="2" actId="20577"/>
        <pc:sldMkLst>
          <pc:docMk/>
          <pc:sldMk cId="181503947" sldId="259"/>
        </pc:sldMkLst>
        <pc:spChg chg="mod">
          <ac:chgData name="Jaswanth Srinivas Chandu Meesala" userId="S::jmeesala@syr.edu::8580bcca-dc4d-4f57-841a-7c3723766241" providerId="AD" clId="Web-{24A75450-AB1B-348B-6144-8A14F1841F8C}" dt="2024-12-05T18:08:12.326" v="2" actId="20577"/>
          <ac:spMkLst>
            <pc:docMk/>
            <pc:sldMk cId="181503947" sldId="259"/>
            <ac:spMk id="7" creationId="{8B44A307-F05E-195D-1036-DB2A561D0534}"/>
          </ac:spMkLst>
        </pc:spChg>
      </pc:sldChg>
    </pc:docChg>
  </pc:docChgLst>
  <pc:docChgLst>
    <pc:chgData name="Malhar Mahajan" userId="S::mmahajan@syr.edu::ea2b4336-b2fe-4867-a4de-e04a48cc3465" providerId="AD" clId="Web-{886DC06D-4B41-CEE2-C911-4D44B3EC4C23}"/>
    <pc:docChg chg="modSld">
      <pc:chgData name="Malhar Mahajan" userId="S::mmahajan@syr.edu::ea2b4336-b2fe-4867-a4de-e04a48cc3465" providerId="AD" clId="Web-{886DC06D-4B41-CEE2-C911-4D44B3EC4C23}" dt="2024-12-05T16:43:28.791" v="9"/>
      <pc:docMkLst>
        <pc:docMk/>
      </pc:docMkLst>
      <pc:sldChg chg="addSp delSp modSp">
        <pc:chgData name="Malhar Mahajan" userId="S::mmahajan@syr.edu::ea2b4336-b2fe-4867-a4de-e04a48cc3465" providerId="AD" clId="Web-{886DC06D-4B41-CEE2-C911-4D44B3EC4C23}" dt="2024-12-05T16:43:28.791" v="9"/>
        <pc:sldMkLst>
          <pc:docMk/>
          <pc:sldMk cId="1809079133" sldId="257"/>
        </pc:sldMkLst>
        <pc:picChg chg="add del mod">
          <ac:chgData name="Malhar Mahajan" userId="S::mmahajan@syr.edu::ea2b4336-b2fe-4867-a4de-e04a48cc3465" providerId="AD" clId="Web-{886DC06D-4B41-CEE2-C911-4D44B3EC4C23}" dt="2024-12-05T16:43:28.791" v="9"/>
          <ac:picMkLst>
            <pc:docMk/>
            <pc:sldMk cId="1809079133" sldId="257"/>
            <ac:picMk id="3" creationId="{C5A1E134-2C9C-4D77-B498-40D8EF8638C1}"/>
          </ac:picMkLst>
        </pc:picChg>
      </pc:sldChg>
      <pc:sldChg chg="modSp">
        <pc:chgData name="Malhar Mahajan" userId="S::mmahajan@syr.edu::ea2b4336-b2fe-4867-a4de-e04a48cc3465" providerId="AD" clId="Web-{886DC06D-4B41-CEE2-C911-4D44B3EC4C23}" dt="2024-12-05T16:39:41.074" v="7" actId="1076"/>
        <pc:sldMkLst>
          <pc:docMk/>
          <pc:sldMk cId="181503947" sldId="259"/>
        </pc:sldMkLst>
        <pc:spChg chg="mod">
          <ac:chgData name="Malhar Mahajan" userId="S::mmahajan@syr.edu::ea2b4336-b2fe-4867-a4de-e04a48cc3465" providerId="AD" clId="Web-{886DC06D-4B41-CEE2-C911-4D44B3EC4C23}" dt="2024-12-05T16:39:02.653" v="1" actId="1076"/>
          <ac:spMkLst>
            <pc:docMk/>
            <pc:sldMk cId="181503947" sldId="259"/>
            <ac:spMk id="5" creationId="{108EAEA9-23EC-BE80-E3F2-5F6BFD3BD35B}"/>
          </ac:spMkLst>
        </pc:spChg>
        <pc:spChg chg="mod">
          <ac:chgData name="Malhar Mahajan" userId="S::mmahajan@syr.edu::ea2b4336-b2fe-4867-a4de-e04a48cc3465" providerId="AD" clId="Web-{886DC06D-4B41-CEE2-C911-4D44B3EC4C23}" dt="2024-12-05T16:39:41.074" v="7" actId="1076"/>
          <ac:spMkLst>
            <pc:docMk/>
            <pc:sldMk cId="181503947" sldId="259"/>
            <ac:spMk id="7" creationId="{8B44A307-F05E-195D-1036-DB2A561D0534}"/>
          </ac:spMkLst>
        </pc:spChg>
        <pc:spChg chg="mod">
          <ac:chgData name="Malhar Mahajan" userId="S::mmahajan@syr.edu::ea2b4336-b2fe-4867-a4de-e04a48cc3465" providerId="AD" clId="Web-{886DC06D-4B41-CEE2-C911-4D44B3EC4C23}" dt="2024-12-05T16:39:10.528" v="2" actId="1076"/>
          <ac:spMkLst>
            <pc:docMk/>
            <pc:sldMk cId="181503947" sldId="259"/>
            <ac:spMk id="8" creationId="{8FA38F2C-A254-EBDB-C9F5-E24DBF033F28}"/>
          </ac:spMkLst>
        </pc:spChg>
        <pc:spChg chg="mod">
          <ac:chgData name="Malhar Mahajan" userId="S::mmahajan@syr.edu::ea2b4336-b2fe-4867-a4de-e04a48cc3465" providerId="AD" clId="Web-{886DC06D-4B41-CEE2-C911-4D44B3EC4C23}" dt="2024-12-05T16:39:33.762" v="6" actId="1076"/>
          <ac:spMkLst>
            <pc:docMk/>
            <pc:sldMk cId="181503947" sldId="259"/>
            <ac:spMk id="10" creationId="{9E0734F6-A6F6-7B05-65D8-5DB1C56A7667}"/>
          </ac:spMkLst>
        </pc:spChg>
        <pc:spChg chg="mod">
          <ac:chgData name="Malhar Mahajan" userId="S::mmahajan@syr.edu::ea2b4336-b2fe-4867-a4de-e04a48cc3465" providerId="AD" clId="Web-{886DC06D-4B41-CEE2-C911-4D44B3EC4C23}" dt="2024-12-05T16:39:23.324" v="4" actId="1076"/>
          <ac:spMkLst>
            <pc:docMk/>
            <pc:sldMk cId="181503947" sldId="259"/>
            <ac:spMk id="11" creationId="{5217AB21-23E8-AE50-3D8C-E5EB13F87F17}"/>
          </ac:spMkLst>
        </pc:spChg>
        <pc:spChg chg="mod">
          <ac:chgData name="Malhar Mahajan" userId="S::mmahajan@syr.edu::ea2b4336-b2fe-4867-a4de-e04a48cc3465" providerId="AD" clId="Web-{886DC06D-4B41-CEE2-C911-4D44B3EC4C23}" dt="2024-12-05T16:39:18.153" v="3" actId="1076"/>
          <ac:spMkLst>
            <pc:docMk/>
            <pc:sldMk cId="181503947" sldId="259"/>
            <ac:spMk id="12" creationId="{9F013710-E54C-E18B-3D77-EBCD49061D44}"/>
          </ac:spMkLst>
        </pc:spChg>
        <pc:picChg chg="mod">
          <ac:chgData name="Malhar Mahajan" userId="S::mmahajan@syr.edu::ea2b4336-b2fe-4867-a4de-e04a48cc3465" providerId="AD" clId="Web-{886DC06D-4B41-CEE2-C911-4D44B3EC4C23}" dt="2024-12-05T16:38:56.184" v="0" actId="1076"/>
          <ac:picMkLst>
            <pc:docMk/>
            <pc:sldMk cId="181503947" sldId="259"/>
            <ac:picMk id="4098" creationId="{887D64F7-9F91-19BA-53F9-4D4907AD16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C68F5-0CDE-408C-A333-34DB8523680A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F367E-7FD8-4BDD-9FA2-89C2FEF87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778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F367E-7FD8-4BDD-9FA2-89C2FEF87BB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36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2A6B-CBDE-FF43-BCAE-8C6BDCA69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122CC-FCDE-F01F-7EC4-04B8C85DE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4D815-FE55-9E49-7BD1-FF76C758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B7052-9516-D358-7493-8C9ED19B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5D80-AE0C-4751-C5C4-4888D4F7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61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0336-183A-2E0C-3CDB-73074CDF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FBB12-9EB7-29F3-7076-1B561A1BB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4310-35A6-FDB4-A1F7-9B26B3E3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80025-FE12-B5A8-1E64-F4029650D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9CC2-CC0C-5570-16C7-C90A0E1A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987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4F17-2A39-713F-ED26-D2C176DD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9279F-7DC0-9EBF-E1EC-2AD874408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F994F-116B-CC8A-6E3E-EA9A45F9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93D10-1164-6916-2D2D-FEF1E742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AD45D-1AF8-F8D2-499C-82033CCE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08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940F-52EE-03D5-883A-C17BF2CA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0C942-3ECB-35DB-52CF-C83D5E640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70AC8-95FF-26EF-D9B4-9FA91FAA8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DB494-DBF7-B802-64A4-3767F94C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0446E-7837-0EEB-6AB9-E4F36BD8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A8B78-F976-F7D7-EF02-27A99D63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52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7A74-65B6-8D27-A01C-A1930C23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3A726-002D-302F-2C72-013A80EB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7C9B1-10B0-6EBD-FAD3-95309A565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6894A-E479-504F-FE77-AA3E80117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7FAD5-9344-DE8A-0949-8C65BDB80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4F25D-73A5-140D-F9CE-23EE0048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F7893-E889-ADBA-50ED-7D391885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1266E-BE14-F37F-6FA6-E823570F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46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9212-927E-C63E-7914-64D693A2D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E35CB-EFAC-E90A-C6A8-CD26484A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C23A2-318D-A347-3E36-F766B875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FC914-B802-EBAD-E474-BED68798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57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68D3E-6F81-B53F-783E-7AB26D2C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A416C-822E-FA35-C869-5FD19485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E9DAE-1D71-BBA2-769F-EC4E3FA4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49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9098-1CE7-4886-4055-B73DCD3E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CFBA-9BFB-58AC-A5B9-AE4D44D9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DB201-4EB3-CB54-0AE8-A3B1B52DD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522B2-E67B-9C4F-73DD-049FF1B5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51E30-7EFA-FEF6-3E06-F36D9292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EF0CE-C9B4-5FF3-7907-25352B98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41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A828-5C77-A4BB-F7E0-D24A20D7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29EA8-DFAB-8233-2C59-DCB3BACE5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F58B0-0B00-C5C5-605F-C090455E2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A3597-94B0-DAF9-2AAA-F10A61F3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1B2C8-FB35-AE7C-E0C7-2EDD3448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DA938-2D8A-3E52-3BE6-0138FD04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22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48310-6037-85BE-825F-7D4DE5A2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13B43-0762-E766-7CED-609C34794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0E48-C019-A2BA-0FC8-54E72827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3C944-34C4-84E9-0160-88856839B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7A6A-E1EE-F550-E95B-45FEE9F3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73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D8DEC-515F-66F4-9058-443D8B986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CF0ED-E245-7274-F656-EF3ED5B26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B2822-DB9D-4410-BF2E-A23CE495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1F5A-391D-9174-F311-2BF7A21B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F40B3-1BE8-F7ED-5FAA-1892DD2B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45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DDCEB-3D53-1A50-8A9E-119D5B32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CB7D1-738E-E0D0-7A14-D664679A0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422A1-F892-DC59-9D21-B12E1E982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77D7C-238E-4E55-9E02-C33CD228AF02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3B3AB-8D0D-9C16-0D07-558849067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9B8CB-0BCC-73C2-7048-80A731D44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B311B-DA0F-4A9B-B030-248D34E09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8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17AB21-23E8-AE50-3D8C-E5EB13F87F17}"/>
              </a:ext>
            </a:extLst>
          </p:cNvPr>
          <p:cNvSpPr/>
          <p:nvPr/>
        </p:nvSpPr>
        <p:spPr>
          <a:xfrm>
            <a:off x="839714" y="4383462"/>
            <a:ext cx="1479479" cy="3810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0734F6-A6F6-7B05-65D8-5DB1C56A7667}"/>
              </a:ext>
            </a:extLst>
          </p:cNvPr>
          <p:cNvSpPr/>
          <p:nvPr/>
        </p:nvSpPr>
        <p:spPr>
          <a:xfrm>
            <a:off x="293868" y="4936945"/>
            <a:ext cx="4664467" cy="168659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4A307-F05E-195D-1036-DB2A561D0534}"/>
              </a:ext>
            </a:extLst>
          </p:cNvPr>
          <p:cNvSpPr txBox="1"/>
          <p:nvPr/>
        </p:nvSpPr>
        <p:spPr>
          <a:xfrm>
            <a:off x="555463" y="4995560"/>
            <a:ext cx="10313541" cy="16244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lnSpc>
                <a:spcPts val="1650"/>
              </a:lnSpc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Book Antiqua"/>
              </a:rPr>
              <a:t>Ethan Radecki</a:t>
            </a:r>
            <a:r>
              <a:rPr lang="en-US" b="1" i="0">
                <a:solidFill>
                  <a:srgbClr val="000000"/>
                </a:solidFill>
                <a:effectLst/>
                <a:latin typeface="Book Antiqua"/>
              </a:rPr>
              <a:t>​</a:t>
            </a:r>
          </a:p>
          <a:p>
            <a:pPr rtl="0" fontAlgn="base">
              <a:lnSpc>
                <a:spcPts val="1650"/>
              </a:lnSpc>
            </a:pPr>
            <a:endParaRPr lang="en-US" b="1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lnSpc>
                <a:spcPts val="1650"/>
              </a:lnSpc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Book Antiqua"/>
              </a:rPr>
              <a:t>Malhar Mahajan</a:t>
            </a:r>
            <a:r>
              <a:rPr lang="en-US" b="1" i="0">
                <a:solidFill>
                  <a:srgbClr val="000000"/>
                </a:solidFill>
                <a:effectLst/>
                <a:latin typeface="Book Antiqua"/>
              </a:rPr>
              <a:t>​</a:t>
            </a:r>
          </a:p>
          <a:p>
            <a:pPr rtl="0" fontAlgn="base">
              <a:lnSpc>
                <a:spcPts val="1650"/>
              </a:lnSpc>
            </a:pPr>
            <a:endParaRPr lang="en-US" b="1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fontAlgn="base">
              <a:lnSpc>
                <a:spcPts val="1650"/>
              </a:lnSpc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Book Antiqua"/>
              </a:rPr>
              <a:t>Jaswanth Srinivas Chandu </a:t>
            </a:r>
            <a:r>
              <a:rPr lang="en-US" b="1">
                <a:solidFill>
                  <a:srgbClr val="000000"/>
                </a:solidFill>
                <a:latin typeface="Book Antiqua"/>
              </a:rPr>
              <a:t>Meesala</a:t>
            </a:r>
            <a:endParaRPr lang="en-US" b="1" i="0" u="none" strike="noStrike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rtl="0" fontAlgn="base">
              <a:lnSpc>
                <a:spcPts val="1650"/>
              </a:lnSpc>
            </a:pPr>
            <a:r>
              <a:rPr lang="en-US" b="1" i="0">
                <a:solidFill>
                  <a:srgbClr val="000000"/>
                </a:solidFill>
                <a:effectLst/>
                <a:latin typeface="Book Antiqua"/>
              </a:rPr>
              <a:t>​</a:t>
            </a:r>
          </a:p>
          <a:p>
            <a:pPr rtl="0" fontAlgn="base">
              <a:lnSpc>
                <a:spcPts val="1650"/>
              </a:lnSpc>
            </a:pPr>
            <a:r>
              <a:rPr lang="en-US" b="1" i="0" u="none" strike="noStrike">
                <a:solidFill>
                  <a:srgbClr val="000000"/>
                </a:solidFill>
                <a:effectLst/>
                <a:latin typeface="Book Antiqua"/>
              </a:rPr>
              <a:t>Shuai Liu</a:t>
            </a:r>
            <a:r>
              <a:rPr lang="en-US" b="1" i="0">
                <a:solidFill>
                  <a:srgbClr val="000000"/>
                </a:solidFill>
                <a:effectLst/>
                <a:latin typeface="Book Antiqua"/>
              </a:rPr>
              <a:t>​</a:t>
            </a:r>
          </a:p>
        </p:txBody>
      </p:sp>
      <p:pic>
        <p:nvPicPr>
          <p:cNvPr id="4098" name="Picture 2" descr="Home | ECS energy | Your Trusted Northeast Commercial Solar Company">
            <a:extLst>
              <a:ext uri="{FF2B5EF4-FFF2-40B4-BE49-F238E27FC236}">
                <a16:creationId xmlns:a16="http://schemas.microsoft.com/office/drawing/2014/main" id="{887D64F7-9F91-19BA-53F9-4D4907AD1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438" y="-2174"/>
            <a:ext cx="5288016" cy="318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8EAEA9-23EC-BE80-E3F2-5F6BFD3BD35B}"/>
              </a:ext>
            </a:extLst>
          </p:cNvPr>
          <p:cNvSpPr txBox="1"/>
          <p:nvPr/>
        </p:nvSpPr>
        <p:spPr>
          <a:xfrm>
            <a:off x="557439" y="3159369"/>
            <a:ext cx="111474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i="0" u="none" strike="noStrike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Our Plan to Combat Climate Change:</a:t>
            </a:r>
            <a:r>
              <a:rPr lang="en-US" sz="4800" b="0" i="0" u="none" strike="noStrike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 </a:t>
            </a:r>
          </a:p>
          <a:p>
            <a:pPr algn="ctr"/>
            <a:r>
              <a:rPr lang="en-US" sz="2800" b="0" i="0" u="none" strike="noStrike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How You Can Make The Difference</a:t>
            </a:r>
            <a:endParaRPr lang="en-IN" sz="2800">
              <a:latin typeface="Book Antiqua" panose="020406020503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38F2C-A254-EBDB-C9F5-E24DBF033F28}"/>
              </a:ext>
            </a:extLst>
          </p:cNvPr>
          <p:cNvSpPr/>
          <p:nvPr/>
        </p:nvSpPr>
        <p:spPr>
          <a:xfrm>
            <a:off x="4813365" y="4391605"/>
            <a:ext cx="2565267" cy="65150"/>
          </a:xfrm>
          <a:prstGeom prst="rect">
            <a:avLst/>
          </a:prstGeom>
          <a:solidFill>
            <a:srgbClr val="7AC144"/>
          </a:solidFill>
          <a:ln>
            <a:solidFill>
              <a:srgbClr val="7AC1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13710-E54C-E18B-3D77-EBCD49061D44}"/>
              </a:ext>
            </a:extLst>
          </p:cNvPr>
          <p:cNvSpPr txBox="1"/>
          <p:nvPr/>
        </p:nvSpPr>
        <p:spPr>
          <a:xfrm>
            <a:off x="1058237" y="4395175"/>
            <a:ext cx="125344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Group 5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03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9E89D1-228E-120D-4D44-4474E3FD5556}"/>
              </a:ext>
            </a:extLst>
          </p:cNvPr>
          <p:cNvSpPr/>
          <p:nvPr/>
        </p:nvSpPr>
        <p:spPr>
          <a:xfrm>
            <a:off x="5649073" y="555673"/>
            <a:ext cx="893851" cy="954628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8BEEE0-2466-91CC-78D5-463BF877AC11}"/>
              </a:ext>
            </a:extLst>
          </p:cNvPr>
          <p:cNvSpPr/>
          <p:nvPr/>
        </p:nvSpPr>
        <p:spPr>
          <a:xfrm>
            <a:off x="1736333" y="555673"/>
            <a:ext cx="893851" cy="954628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9629A-1208-633C-CA65-112652A48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55673"/>
          </a:xfrm>
        </p:spPr>
        <p:txBody>
          <a:bodyPr>
            <a:normAutofit/>
          </a:bodyPr>
          <a:lstStyle/>
          <a:p>
            <a:r>
              <a:rPr lang="en-US" sz="3200">
                <a:latin typeface="Book Antiqua" panose="02040602050305030304" pitchFamily="18" charset="0"/>
              </a:rPr>
              <a:t>Introduction</a:t>
            </a:r>
            <a:endParaRPr lang="en-IN" sz="3200">
              <a:latin typeface="Book Antiqua" panose="020406020503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8EA1C-01D0-7383-2A63-B0A6F20DD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395" y="696845"/>
            <a:ext cx="540000" cy="613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07685-FA7C-3205-43DD-47D673531110}"/>
              </a:ext>
            </a:extLst>
          </p:cNvPr>
          <p:cNvSpPr txBox="1"/>
          <p:nvPr/>
        </p:nvSpPr>
        <p:spPr>
          <a:xfrm>
            <a:off x="493159" y="1846761"/>
            <a:ext cx="3390472" cy="36933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ook Antiqua"/>
              </a:rPr>
              <a:t>The energy company (</a:t>
            </a:r>
            <a:r>
              <a:rPr lang="en-US" err="1">
                <a:latin typeface="Book Antiqua"/>
              </a:rPr>
              <a:t>eCS</a:t>
            </a:r>
            <a:r>
              <a:rPr lang="en-US">
                <a:latin typeface="Book Antiqua"/>
              </a:rPr>
              <a:t>) anticipates a significant surge in energy demand next summer, driven by global warming and exceptionally hot weather, particularly in July—historically the peak month for energy usage.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ook Antiqua"/>
              </a:rPr>
              <a:t>This increased demand poses a risk of blackouts unless proactive measures are taken.</a:t>
            </a:r>
            <a:endParaRPr lang="en-IN">
              <a:latin typeface="Book Antiqu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D7747-5D89-278B-E16E-79EE488DEDD9}"/>
              </a:ext>
            </a:extLst>
          </p:cNvPr>
          <p:cNvSpPr txBox="1"/>
          <p:nvPr/>
        </p:nvSpPr>
        <p:spPr>
          <a:xfrm>
            <a:off x="4080690" y="1844174"/>
            <a:ext cx="4227681" cy="48013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Book Antiqua"/>
              </a:rPr>
              <a:t>Predictive Modeling</a:t>
            </a:r>
            <a:r>
              <a:rPr lang="en-US" altLang="en-US">
                <a:latin typeface="Book Antiqua"/>
              </a:rPr>
              <a:t>: Create a model to predict energy usage while accounting for the impact of global warming on temperature patterns.</a:t>
            </a:r>
          </a:p>
          <a:p>
            <a:endParaRPr lang="en-US" altLang="en-US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Book Antiqua"/>
              </a:rPr>
              <a:t>Key Driver Identification</a:t>
            </a:r>
            <a:r>
              <a:rPr lang="en-US" altLang="en-US">
                <a:latin typeface="Book Antiqua"/>
              </a:rPr>
              <a:t>: Identify the primary factors driving peak energy consumption.</a:t>
            </a:r>
          </a:p>
          <a:p>
            <a:endParaRPr lang="en-US" altLang="en-US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Book Antiqua"/>
              </a:rPr>
              <a:t>Sustainability</a:t>
            </a:r>
            <a:r>
              <a:rPr lang="en-US" altLang="en-US">
                <a:latin typeface="Book Antiqua"/>
              </a:rPr>
              <a:t>: Support  eCS’s environmental sustainability goals by reducing carbon footprints and mitigating the need for new energy production facilities.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43A17-C77B-CA9A-FDA1-F076982EFFF7}"/>
              </a:ext>
            </a:extLst>
          </p:cNvPr>
          <p:cNvSpPr txBox="1"/>
          <p:nvPr/>
        </p:nvSpPr>
        <p:spPr>
          <a:xfrm>
            <a:off x="8507001" y="1844174"/>
            <a:ext cx="3191839" cy="45243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>
                <a:latin typeface="Book Antiqua" panose="02040602050305030304" pitchFamily="18" charset="0"/>
              </a:rPr>
              <a:t>Energy Demand Prediction: </a:t>
            </a:r>
            <a:r>
              <a:rPr lang="en-US" altLang="en-US">
                <a:latin typeface="Book Antiqua" panose="02040602050305030304" pitchFamily="18" charset="0"/>
              </a:rPr>
              <a:t>Analyze contributing factors and develop a model to predict future energy demand, specifically for the next year</a:t>
            </a:r>
            <a:r>
              <a:rPr lang="en-US" altLang="en-US" b="1">
                <a:latin typeface="Book Antiqua" panose="0204060205030503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>
                <a:latin typeface="Book Antiqua" panose="02040602050305030304" pitchFamily="18" charset="0"/>
              </a:rPr>
              <a:t>Customer Strategies: </a:t>
            </a:r>
            <a:r>
              <a:rPr lang="en-US" altLang="en-US">
                <a:latin typeface="Book Antiqua" panose="02040602050305030304" pitchFamily="18" charset="0"/>
              </a:rPr>
              <a:t>Develop strategies to encourage customers to adopt energy-saving behaviors to manage demand and meet eCS's goal of avoiding additional energy infrastructure investment. 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43F1D4FE-E3A1-0793-300C-E98AC9F82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000" y="746300"/>
            <a:ext cx="540000" cy="51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68873D-29D9-1782-C0E9-C31FED75CCD8}"/>
              </a:ext>
            </a:extLst>
          </p:cNvPr>
          <p:cNvSpPr/>
          <p:nvPr/>
        </p:nvSpPr>
        <p:spPr>
          <a:xfrm>
            <a:off x="9561816" y="555673"/>
            <a:ext cx="893851" cy="954628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3" name="Picture 9" descr="Goal Icon Stock Illustrations – 242,616 Goal Icon Stock Illustrations,  Vectors &amp; Clipart - Dreamstime">
            <a:extLst>
              <a:ext uri="{FF2B5EF4-FFF2-40B4-BE49-F238E27FC236}">
                <a16:creationId xmlns:a16="http://schemas.microsoft.com/office/drawing/2014/main" id="{53D8E17C-C03C-A92C-87F3-9D803F880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605" y="76992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647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val 70">
            <a:extLst>
              <a:ext uri="{FF2B5EF4-FFF2-40B4-BE49-F238E27FC236}">
                <a16:creationId xmlns:a16="http://schemas.microsoft.com/office/drawing/2014/main" id="{9FA6FAFF-6F34-0942-C5ED-E3900F956C32}"/>
              </a:ext>
            </a:extLst>
          </p:cNvPr>
          <p:cNvSpPr/>
          <p:nvPr/>
        </p:nvSpPr>
        <p:spPr>
          <a:xfrm>
            <a:off x="10653038" y="5952287"/>
            <a:ext cx="452994" cy="7083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36B5232-4376-BA67-AFF9-50A28E38A973}"/>
              </a:ext>
            </a:extLst>
          </p:cNvPr>
          <p:cNvSpPr/>
          <p:nvPr/>
        </p:nvSpPr>
        <p:spPr>
          <a:xfrm>
            <a:off x="10035043" y="5827395"/>
            <a:ext cx="452994" cy="8437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AD466F0-E0BA-904E-575A-8341AAA5ED04}"/>
              </a:ext>
            </a:extLst>
          </p:cNvPr>
          <p:cNvSpPr/>
          <p:nvPr/>
        </p:nvSpPr>
        <p:spPr>
          <a:xfrm>
            <a:off x="9234527" y="5758292"/>
            <a:ext cx="569498" cy="91913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71362DB-A944-22BC-9811-172AB2DB22CB}"/>
              </a:ext>
            </a:extLst>
          </p:cNvPr>
          <p:cNvSpPr/>
          <p:nvPr/>
        </p:nvSpPr>
        <p:spPr>
          <a:xfrm>
            <a:off x="9554057" y="3992359"/>
            <a:ext cx="2508063" cy="17461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3A60A85-849F-2FCB-6FE2-E32FD2227D38}"/>
              </a:ext>
            </a:extLst>
          </p:cNvPr>
          <p:cNvSpPr/>
          <p:nvPr/>
        </p:nvSpPr>
        <p:spPr>
          <a:xfrm>
            <a:off x="9323248" y="1199302"/>
            <a:ext cx="2711742" cy="24293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78F64E5-2FA5-EBDF-C1F7-5AAE78687637}"/>
              </a:ext>
            </a:extLst>
          </p:cNvPr>
          <p:cNvSpPr/>
          <p:nvPr/>
        </p:nvSpPr>
        <p:spPr>
          <a:xfrm>
            <a:off x="6202808" y="4829550"/>
            <a:ext cx="2955960" cy="17445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A4774F9-2C05-C3DA-04B1-F7D1A3D962AD}"/>
              </a:ext>
            </a:extLst>
          </p:cNvPr>
          <p:cNvSpPr/>
          <p:nvPr/>
        </p:nvSpPr>
        <p:spPr>
          <a:xfrm>
            <a:off x="6297862" y="2914056"/>
            <a:ext cx="2338867" cy="15406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F88589B-25C8-D07C-AC81-B1A585BF8ED2}"/>
              </a:ext>
            </a:extLst>
          </p:cNvPr>
          <p:cNvSpPr/>
          <p:nvPr/>
        </p:nvSpPr>
        <p:spPr>
          <a:xfrm>
            <a:off x="6165788" y="1196528"/>
            <a:ext cx="2881039" cy="134265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E17E5A2-0A20-4344-5474-46E890685739}"/>
              </a:ext>
            </a:extLst>
          </p:cNvPr>
          <p:cNvSpPr/>
          <p:nvPr/>
        </p:nvSpPr>
        <p:spPr>
          <a:xfrm>
            <a:off x="701638" y="5213195"/>
            <a:ext cx="4764213" cy="13052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AB8A2B-311B-7689-19FB-C95C0E851E15}"/>
              </a:ext>
            </a:extLst>
          </p:cNvPr>
          <p:cNvSpPr/>
          <p:nvPr/>
        </p:nvSpPr>
        <p:spPr>
          <a:xfrm>
            <a:off x="701639" y="3474196"/>
            <a:ext cx="4764213" cy="1522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A63B69-19D5-CAB2-F52C-E154E07FDDB7}"/>
              </a:ext>
            </a:extLst>
          </p:cNvPr>
          <p:cNvSpPr/>
          <p:nvPr/>
        </p:nvSpPr>
        <p:spPr>
          <a:xfrm>
            <a:off x="701639" y="1255869"/>
            <a:ext cx="3366927" cy="19497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437263-58D1-C73D-D8E1-94191D854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US" sz="2000">
                <a:latin typeface="Book Antiqua" panose="02040602050305030304" pitchFamily="18" charset="0"/>
              </a:rPr>
              <a:t>Data Overview, Integration and Validation</a:t>
            </a:r>
            <a:endParaRPr lang="en-IN" sz="2000"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427B8-A475-BDA7-E157-0499331AA6D1}"/>
              </a:ext>
            </a:extLst>
          </p:cNvPr>
          <p:cNvSpPr txBox="1"/>
          <p:nvPr/>
        </p:nvSpPr>
        <p:spPr>
          <a:xfrm>
            <a:off x="838199" y="1290923"/>
            <a:ext cx="347951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Book Antiqua" panose="02040602050305030304" pitchFamily="18" charset="0"/>
              </a:rPr>
              <a:t>Static House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Contains information about houses, including: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Unique building ID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Square footage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City and county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Number of rooms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>
                <a:latin typeface="Book Antiqua" panose="02040602050305030304" pitchFamily="18" charset="0"/>
              </a:rPr>
              <a:t>Number of occupants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08FE84-B18F-7C56-0FE4-36F866813CBD}"/>
              </a:ext>
            </a:extLst>
          </p:cNvPr>
          <p:cNvSpPr txBox="1"/>
          <p:nvPr/>
        </p:nvSpPr>
        <p:spPr>
          <a:xfrm>
            <a:off x="886573" y="3584410"/>
            <a:ext cx="46276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Book Antiqua" panose="02040602050305030304" pitchFamily="18" charset="0"/>
              </a:rPr>
              <a:t>Energy Data</a:t>
            </a:r>
          </a:p>
          <a:p>
            <a:r>
              <a:rPr lang="en-US" sz="1400">
                <a:latin typeface="Book Antiqua" panose="02040602050305030304" pitchFamily="18" charset="0"/>
              </a:rPr>
              <a:t>It contains: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Hourly energy consumption data for each house, covering: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Energy use by appliances and electrical system</a:t>
            </a:r>
            <a:endParaRPr lang="en-US" sz="1400">
              <a:latin typeface="Book Antiqua" panose="0204060205030503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4395F-85F0-B810-08C9-1512EA902522}"/>
              </a:ext>
            </a:extLst>
          </p:cNvPr>
          <p:cNvSpPr txBox="1"/>
          <p:nvPr/>
        </p:nvSpPr>
        <p:spPr>
          <a:xfrm>
            <a:off x="838199" y="5325546"/>
            <a:ext cx="4627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Book Antiqua" panose="02040602050305030304" pitchFamily="18" charset="0"/>
              </a:rPr>
              <a:t>Weather Data</a:t>
            </a:r>
          </a:p>
          <a:p>
            <a:r>
              <a:rPr lang="en-US" sz="1400">
                <a:latin typeface="Book Antiqua" panose="02040602050305030304" pitchFamily="18" charset="0"/>
              </a:rPr>
              <a:t>Hourly weather data for each county,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Book Antiqua" panose="02040602050305030304" pitchFamily="18" charset="0"/>
              </a:rPr>
              <a:t>Temperature, humidity, wind speed, and other relevant weather parameters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CB1084-0EF4-BAB7-0505-046F01B89769}"/>
              </a:ext>
            </a:extLst>
          </p:cNvPr>
          <p:cNvSpPr txBox="1"/>
          <p:nvPr/>
        </p:nvSpPr>
        <p:spPr>
          <a:xfrm>
            <a:off x="1419331" y="679230"/>
            <a:ext cx="193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Datasets</a:t>
            </a:r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DB3989-0131-1F9D-1A21-519DFA813528}"/>
              </a:ext>
            </a:extLst>
          </p:cNvPr>
          <p:cNvSpPr txBox="1"/>
          <p:nvPr/>
        </p:nvSpPr>
        <p:spPr>
          <a:xfrm>
            <a:off x="6761573" y="679230"/>
            <a:ext cx="183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Integration</a:t>
            </a:r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24DCE8-B99A-707C-A5B5-2FA94C35E703}"/>
              </a:ext>
            </a:extLst>
          </p:cNvPr>
          <p:cNvSpPr txBox="1"/>
          <p:nvPr/>
        </p:nvSpPr>
        <p:spPr>
          <a:xfrm>
            <a:off x="9863567" y="639181"/>
            <a:ext cx="183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Validation</a:t>
            </a:r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C20941-8937-A350-3330-5B717DBB0B1C}"/>
              </a:ext>
            </a:extLst>
          </p:cNvPr>
          <p:cNvSpPr txBox="1"/>
          <p:nvPr/>
        </p:nvSpPr>
        <p:spPr>
          <a:xfrm>
            <a:off x="6287786" y="1428107"/>
            <a:ext cx="27123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Book Antiqua" panose="02040602050305030304" pitchFamily="18" charset="0"/>
              </a:rPr>
              <a:t>Merged the Static House and Energy Data datasets based on the unique Building ID (bldgid) column.</a:t>
            </a:r>
            <a:endParaRPr lang="en-IN" sz="1400">
              <a:latin typeface="Book Antiqua" panose="0204060205030503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9EE90A-AC57-B30B-0294-0E6967EF6C41}"/>
              </a:ext>
            </a:extLst>
          </p:cNvPr>
          <p:cNvSpPr txBox="1"/>
          <p:nvPr/>
        </p:nvSpPr>
        <p:spPr>
          <a:xfrm>
            <a:off x="6515640" y="3120222"/>
            <a:ext cx="19920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Book Antiqua" panose="02040602050305030304" pitchFamily="18" charset="0"/>
              </a:rPr>
              <a:t>Filtered the data for July, as this is the target month for analyzing peak energy demand.</a:t>
            </a:r>
            <a:endParaRPr lang="en-IN" sz="1400">
              <a:latin typeface="Book Antiqua" panose="0204060205030503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0DC752-8313-C90E-4ACD-AED72C7DF318}"/>
              </a:ext>
            </a:extLst>
          </p:cNvPr>
          <p:cNvSpPr txBox="1"/>
          <p:nvPr/>
        </p:nvSpPr>
        <p:spPr>
          <a:xfrm>
            <a:off x="6432539" y="5060388"/>
            <a:ext cx="254102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Book Antiqua" panose="02040602050305030304" pitchFamily="18" charset="0"/>
              </a:rPr>
              <a:t>Combined the merged data with Weather Data, linking based on the County ID and Time to correlate energy usage with weather conditions</a:t>
            </a:r>
            <a:r>
              <a:rPr lang="en-US">
                <a:latin typeface="Book Antiqua" panose="02040602050305030304" pitchFamily="18" charset="0"/>
              </a:rPr>
              <a:t>.</a:t>
            </a:r>
          </a:p>
          <a:p>
            <a:pPr algn="ctr"/>
            <a:endParaRPr lang="en-IN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DA5BA5-B2FB-BA57-B545-FA60276187E2}"/>
              </a:ext>
            </a:extLst>
          </p:cNvPr>
          <p:cNvCxnSpPr/>
          <p:nvPr/>
        </p:nvCxnSpPr>
        <p:spPr>
          <a:xfrm>
            <a:off x="6020653" y="815317"/>
            <a:ext cx="0" cy="57031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5B23FC9-FB5A-7099-60F4-5B476DE40BC5}"/>
              </a:ext>
            </a:extLst>
          </p:cNvPr>
          <p:cNvCxnSpPr/>
          <p:nvPr/>
        </p:nvCxnSpPr>
        <p:spPr>
          <a:xfrm>
            <a:off x="6065178" y="815316"/>
            <a:ext cx="0" cy="57031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13916D3-B6E4-0D5B-1EA1-C7F62C6179BA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7606308" y="2539187"/>
            <a:ext cx="7430" cy="374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A2C55A5-3BF5-49A5-AA28-CF79BA5D31AE}"/>
              </a:ext>
            </a:extLst>
          </p:cNvPr>
          <p:cNvCxnSpPr>
            <a:stCxn id="44" idx="4"/>
          </p:cNvCxnSpPr>
          <p:nvPr/>
        </p:nvCxnSpPr>
        <p:spPr>
          <a:xfrm>
            <a:off x="7467296" y="4454681"/>
            <a:ext cx="0" cy="374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0919C57-EFE1-4E46-B905-79FA61D0C45E}"/>
              </a:ext>
            </a:extLst>
          </p:cNvPr>
          <p:cNvSpPr txBox="1"/>
          <p:nvPr/>
        </p:nvSpPr>
        <p:spPr>
          <a:xfrm>
            <a:off x="9423857" y="1441669"/>
            <a:ext cx="25080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Book Antiqua" panose="02040602050305030304" pitchFamily="18" charset="0"/>
              </a:rPr>
              <a:t>Missing Values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>
                <a:latin typeface="Book Antiqua" panose="02040602050305030304" pitchFamily="18" charset="0"/>
              </a:rPr>
              <a:t>There were no missing values (NA's) in the primary dataset and Weather data set.</a:t>
            </a:r>
          </a:p>
          <a:p>
            <a:pPr algn="ctr"/>
            <a:endParaRPr lang="en-US" sz="1400">
              <a:latin typeface="Book Antiqua" panose="02040602050305030304" pitchFamily="18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>
                <a:latin typeface="Book Antiqua" panose="02040602050305030304" pitchFamily="18" charset="0"/>
              </a:rPr>
              <a:t>A single NA row was found in each energy data URL, which was removed during the merging process.</a:t>
            </a:r>
          </a:p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95EFCB-533F-88D3-C12F-ECBC8BB3F9B6}"/>
              </a:ext>
            </a:extLst>
          </p:cNvPr>
          <p:cNvSpPr txBox="1"/>
          <p:nvPr/>
        </p:nvSpPr>
        <p:spPr>
          <a:xfrm>
            <a:off x="9599321" y="4210476"/>
            <a:ext cx="234613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Book Antiqua" panose="02040602050305030304" pitchFamily="18" charset="0"/>
              </a:rPr>
              <a:t>Data Integrity Check</a:t>
            </a:r>
            <a:r>
              <a:rPr lang="en-US" sz="1400">
                <a:latin typeface="Book Antiqua" panose="02040602050305030304" pitchFamily="18" charset="0"/>
              </a:rPr>
              <a:t>:</a:t>
            </a:r>
          </a:p>
          <a:p>
            <a:pPr algn="ctr"/>
            <a:r>
              <a:rPr lang="en-US" sz="1400">
                <a:latin typeface="Book Antiqua" panose="02040602050305030304" pitchFamily="18" charset="0"/>
              </a:rPr>
              <a:t>Validated the dataset based on expected record counts to ensure completeness and accuracy after merging.</a:t>
            </a:r>
          </a:p>
          <a:p>
            <a:endParaRPr lang="en-IN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61B9068-BBB6-68E7-4FE4-E96B0D83A218}"/>
              </a:ext>
            </a:extLst>
          </p:cNvPr>
          <p:cNvCxnSpPr>
            <a:cxnSpLocks/>
          </p:cNvCxnSpPr>
          <p:nvPr/>
        </p:nvCxnSpPr>
        <p:spPr>
          <a:xfrm flipH="1">
            <a:off x="10723488" y="3640886"/>
            <a:ext cx="1" cy="351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8BB615A-8843-D425-EE6A-BB84FF9CD962}"/>
              </a:ext>
            </a:extLst>
          </p:cNvPr>
          <p:cNvSpPr txBox="1"/>
          <p:nvPr/>
        </p:nvSpPr>
        <p:spPr>
          <a:xfrm>
            <a:off x="9202381" y="5927785"/>
            <a:ext cx="6727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Book Antiqua" panose="02040602050305030304" pitchFamily="18" charset="0"/>
              </a:rPr>
              <a:t>5710</a:t>
            </a:r>
          </a:p>
          <a:p>
            <a:pPr algn="ctr"/>
            <a:r>
              <a:rPr lang="en-US" sz="1400">
                <a:latin typeface="Book Antiqua" panose="02040602050305030304" pitchFamily="18" charset="0"/>
              </a:rPr>
              <a:t>Bldg ID</a:t>
            </a:r>
            <a:endParaRPr lang="en-IN" sz="1400">
              <a:latin typeface="Book Antiqua" panose="0204060205030503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16921C-E8C3-0302-0E5F-59119B9DDC5D}"/>
              </a:ext>
            </a:extLst>
          </p:cNvPr>
          <p:cNvSpPr txBox="1"/>
          <p:nvPr/>
        </p:nvSpPr>
        <p:spPr>
          <a:xfrm>
            <a:off x="9936889" y="5978124"/>
            <a:ext cx="652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Book Antiqua" panose="02040602050305030304" pitchFamily="18" charset="0"/>
              </a:rPr>
              <a:t>31 Days</a:t>
            </a:r>
            <a:endParaRPr lang="en-IN" sz="1400">
              <a:latin typeface="Book Antiqua" panose="0204060205030503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14CB4B-C782-3E63-C0EF-62228B79C134}"/>
              </a:ext>
            </a:extLst>
          </p:cNvPr>
          <p:cNvSpPr txBox="1"/>
          <p:nvPr/>
        </p:nvSpPr>
        <p:spPr>
          <a:xfrm>
            <a:off x="10616248" y="5998671"/>
            <a:ext cx="545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Book Antiqua" panose="02040602050305030304" pitchFamily="18" charset="0"/>
              </a:rPr>
              <a:t>24 Hr</a:t>
            </a:r>
            <a:endParaRPr lang="en-IN" sz="1400">
              <a:latin typeface="Book Antiqua" panose="02040602050305030304" pitchFamily="18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78F3658-CB5F-B758-1DB3-00B1355A616D}"/>
              </a:ext>
            </a:extLst>
          </p:cNvPr>
          <p:cNvSpPr/>
          <p:nvPr/>
        </p:nvSpPr>
        <p:spPr>
          <a:xfrm>
            <a:off x="11290171" y="5872470"/>
            <a:ext cx="783499" cy="7768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87DC95-0B93-7828-853F-1B7FA255662C}"/>
              </a:ext>
            </a:extLst>
          </p:cNvPr>
          <p:cNvSpPr txBox="1"/>
          <p:nvPr/>
        </p:nvSpPr>
        <p:spPr>
          <a:xfrm>
            <a:off x="11290171" y="6105192"/>
            <a:ext cx="867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4248240</a:t>
            </a:r>
            <a:endParaRPr lang="en-IN" sz="1400" b="1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7FEC26-AA69-6B59-E72E-7299E6D5EF4A}"/>
              </a:ext>
            </a:extLst>
          </p:cNvPr>
          <p:cNvSpPr txBox="1"/>
          <p:nvPr/>
        </p:nvSpPr>
        <p:spPr>
          <a:xfrm>
            <a:off x="9774240" y="6136095"/>
            <a:ext cx="37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</a:t>
            </a:r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482084-4EA7-865B-2B83-BB6E0873B3AC}"/>
              </a:ext>
            </a:extLst>
          </p:cNvPr>
          <p:cNvSpPr txBox="1"/>
          <p:nvPr/>
        </p:nvSpPr>
        <p:spPr>
          <a:xfrm>
            <a:off x="10432846" y="6161792"/>
            <a:ext cx="37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</a:t>
            </a:r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58BB92-8076-9121-097E-6DF719B98451}"/>
              </a:ext>
            </a:extLst>
          </p:cNvPr>
          <p:cNvSpPr txBox="1"/>
          <p:nvPr/>
        </p:nvSpPr>
        <p:spPr>
          <a:xfrm>
            <a:off x="11061503" y="6121773"/>
            <a:ext cx="37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=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47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croll: Horizontal 47">
            <a:extLst>
              <a:ext uri="{FF2B5EF4-FFF2-40B4-BE49-F238E27FC236}">
                <a16:creationId xmlns:a16="http://schemas.microsoft.com/office/drawing/2014/main" id="{A02119A7-93DA-31E4-095C-D7FF45949235}"/>
              </a:ext>
            </a:extLst>
          </p:cNvPr>
          <p:cNvSpPr/>
          <p:nvPr/>
        </p:nvSpPr>
        <p:spPr>
          <a:xfrm>
            <a:off x="303658" y="2115188"/>
            <a:ext cx="3967931" cy="1466745"/>
          </a:xfrm>
          <a:prstGeom prst="horizontalScroll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6F65713-6E1F-5B2B-C718-38BCBC81D0CB}"/>
              </a:ext>
            </a:extLst>
          </p:cNvPr>
          <p:cNvCxnSpPr>
            <a:cxnSpLocks/>
          </p:cNvCxnSpPr>
          <p:nvPr/>
        </p:nvCxnSpPr>
        <p:spPr>
          <a:xfrm>
            <a:off x="6160419" y="4462474"/>
            <a:ext cx="5148" cy="55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C7CBB7C-74DF-0053-0F05-3CD512F705AD}"/>
              </a:ext>
            </a:extLst>
          </p:cNvPr>
          <p:cNvCxnSpPr>
            <a:cxnSpLocks/>
          </p:cNvCxnSpPr>
          <p:nvPr/>
        </p:nvCxnSpPr>
        <p:spPr>
          <a:xfrm>
            <a:off x="6170717" y="3659285"/>
            <a:ext cx="5148" cy="55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500DD3E-C73E-FB8F-4A4D-B28C4CEF5668}"/>
              </a:ext>
            </a:extLst>
          </p:cNvPr>
          <p:cNvSpPr/>
          <p:nvPr/>
        </p:nvSpPr>
        <p:spPr>
          <a:xfrm>
            <a:off x="4983708" y="3931831"/>
            <a:ext cx="2423989" cy="6638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109860-0BFE-62B8-FDD6-4A81C1BA2F8B}"/>
              </a:ext>
            </a:extLst>
          </p:cNvPr>
          <p:cNvCxnSpPr>
            <a:cxnSpLocks/>
          </p:cNvCxnSpPr>
          <p:nvPr/>
        </p:nvCxnSpPr>
        <p:spPr>
          <a:xfrm>
            <a:off x="10866285" y="4513960"/>
            <a:ext cx="5148" cy="55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1B1FF15-28DF-FC59-503A-3356C0120C57}"/>
              </a:ext>
            </a:extLst>
          </p:cNvPr>
          <p:cNvCxnSpPr>
            <a:cxnSpLocks/>
          </p:cNvCxnSpPr>
          <p:nvPr/>
        </p:nvCxnSpPr>
        <p:spPr>
          <a:xfrm>
            <a:off x="1269203" y="4596338"/>
            <a:ext cx="5148" cy="55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507BD3B-4174-C988-51E9-F7D6E9FC7DA4}"/>
              </a:ext>
            </a:extLst>
          </p:cNvPr>
          <p:cNvSpPr/>
          <p:nvPr/>
        </p:nvSpPr>
        <p:spPr>
          <a:xfrm>
            <a:off x="8778283" y="4801660"/>
            <a:ext cx="2799780" cy="1111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77EA89-E984-E51E-3EF7-84E0A46A9CD2}"/>
              </a:ext>
            </a:extLst>
          </p:cNvPr>
          <p:cNvSpPr/>
          <p:nvPr/>
        </p:nvSpPr>
        <p:spPr>
          <a:xfrm>
            <a:off x="4885904" y="4796217"/>
            <a:ext cx="2507192" cy="17800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419335-E7C2-CBBA-5081-B3FCE354393D}"/>
              </a:ext>
            </a:extLst>
          </p:cNvPr>
          <p:cNvSpPr/>
          <p:nvPr/>
        </p:nvSpPr>
        <p:spPr>
          <a:xfrm>
            <a:off x="375101" y="4801660"/>
            <a:ext cx="2573828" cy="17966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C282E90-1A88-6EA8-5846-4228C5BC2914}"/>
              </a:ext>
            </a:extLst>
          </p:cNvPr>
          <p:cNvCxnSpPr>
            <a:cxnSpLocks/>
          </p:cNvCxnSpPr>
          <p:nvPr/>
        </p:nvCxnSpPr>
        <p:spPr>
          <a:xfrm>
            <a:off x="10814798" y="3721068"/>
            <a:ext cx="5148" cy="55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4DEEE8-55A1-55BB-7B08-3B6A790A455B}"/>
              </a:ext>
            </a:extLst>
          </p:cNvPr>
          <p:cNvCxnSpPr>
            <a:cxnSpLocks/>
          </p:cNvCxnSpPr>
          <p:nvPr/>
        </p:nvCxnSpPr>
        <p:spPr>
          <a:xfrm>
            <a:off x="1279501" y="3721069"/>
            <a:ext cx="5148" cy="55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11F83A-A9EC-4D12-0CAD-FC07D4996E94}"/>
              </a:ext>
            </a:extLst>
          </p:cNvPr>
          <p:cNvCxnSpPr/>
          <p:nvPr/>
        </p:nvCxnSpPr>
        <p:spPr>
          <a:xfrm>
            <a:off x="1343255" y="3695099"/>
            <a:ext cx="9526123" cy="1544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3C29F1-7F6D-A5C8-88E4-E5F68C3EE4B4}"/>
              </a:ext>
            </a:extLst>
          </p:cNvPr>
          <p:cNvSpPr/>
          <p:nvPr/>
        </p:nvSpPr>
        <p:spPr>
          <a:xfrm>
            <a:off x="8773113" y="3921534"/>
            <a:ext cx="2423989" cy="6638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65D01F34-4318-8259-9984-923A3078B2AD}"/>
              </a:ext>
            </a:extLst>
          </p:cNvPr>
          <p:cNvSpPr/>
          <p:nvPr/>
        </p:nvSpPr>
        <p:spPr>
          <a:xfrm>
            <a:off x="5079726" y="2264361"/>
            <a:ext cx="2902611" cy="880047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EAA98E9-E39B-34E2-A330-8EE9D1447522}"/>
              </a:ext>
            </a:extLst>
          </p:cNvPr>
          <p:cNvSpPr/>
          <p:nvPr/>
        </p:nvSpPr>
        <p:spPr>
          <a:xfrm>
            <a:off x="442600" y="3942129"/>
            <a:ext cx="2423989" cy="6638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3BD9F0-6EDC-CAED-4D88-B9315DBF5DF7}"/>
              </a:ext>
            </a:extLst>
          </p:cNvPr>
          <p:cNvSpPr/>
          <p:nvPr/>
        </p:nvSpPr>
        <p:spPr>
          <a:xfrm>
            <a:off x="3998836" y="1168266"/>
            <a:ext cx="8018215" cy="813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D5B925-C9DC-133E-36E7-89B6F4CA4C2A}"/>
              </a:ext>
            </a:extLst>
          </p:cNvPr>
          <p:cNvSpPr/>
          <p:nvPr/>
        </p:nvSpPr>
        <p:spPr>
          <a:xfrm>
            <a:off x="653585" y="1250566"/>
            <a:ext cx="1374108" cy="6484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FDED8-CE79-8491-16E1-95EBAE3D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714" y="4720"/>
            <a:ext cx="10567086" cy="893077"/>
          </a:xfrm>
        </p:spPr>
        <p:txBody>
          <a:bodyPr>
            <a:normAutofit/>
          </a:bodyPr>
          <a:lstStyle/>
          <a:p>
            <a:pPr algn="ctr"/>
            <a:r>
              <a:rPr lang="en-IN" sz="3200">
                <a:latin typeface="Book Antiqua"/>
                <a:ea typeface="Calibri Light"/>
                <a:cs typeface="Calibri Light"/>
              </a:rPr>
              <a:t>Selection of Variables</a:t>
            </a:r>
            <a:endParaRPr lang="en-IN" sz="3200">
              <a:latin typeface="Book Antiqu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E0201-A2BD-5F5F-E5CA-CE067F8BC71B}"/>
              </a:ext>
            </a:extLst>
          </p:cNvPr>
          <p:cNvSpPr txBox="1"/>
          <p:nvPr/>
        </p:nvSpPr>
        <p:spPr>
          <a:xfrm>
            <a:off x="3835476" y="1245450"/>
            <a:ext cx="817663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Book Antiqua"/>
                <a:ea typeface="Calibri"/>
                <a:cs typeface="Calibri"/>
              </a:rPr>
              <a:t>The primary goal in model development is to create a robust and generalized predictive model </a:t>
            </a:r>
            <a:endParaRPr lang="en-US">
              <a:latin typeface="Calibri" panose="020F0502020204030204"/>
              <a:ea typeface="Calibri"/>
              <a:cs typeface="Calibri"/>
            </a:endParaRPr>
          </a:p>
          <a:p>
            <a:pPr algn="ctr"/>
            <a:r>
              <a:rPr lang="en-US" sz="1400">
                <a:latin typeface="Book Antiqua"/>
                <a:ea typeface="Calibri"/>
                <a:cs typeface="Calibri"/>
              </a:rPr>
              <a:t>that performs well on unseen data, avoiding overfitting.</a:t>
            </a:r>
            <a:endParaRPr lang="en-US" sz="1400">
              <a:latin typeface="Book Antiqua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E6599-307C-BD9E-537F-E2B2E4A408F1}"/>
              </a:ext>
            </a:extLst>
          </p:cNvPr>
          <p:cNvSpPr txBox="1"/>
          <p:nvPr/>
        </p:nvSpPr>
        <p:spPr>
          <a:xfrm>
            <a:off x="633028" y="1374108"/>
            <a:ext cx="13016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Book Antiqua"/>
                <a:ea typeface="Calibri"/>
                <a:cs typeface="Calibri"/>
              </a:rPr>
              <a:t>Objective</a:t>
            </a:r>
            <a:endParaRPr lang="en-US" sz="2000">
              <a:latin typeface="Book Antiqua"/>
            </a:endParaRPr>
          </a:p>
        </p:txBody>
      </p:sp>
      <p:pic>
        <p:nvPicPr>
          <p:cNvPr id="11" name="Picture 10" descr="A blue rectangle on a black background&#10;&#10;Description automatically generated">
            <a:extLst>
              <a:ext uri="{FF2B5EF4-FFF2-40B4-BE49-F238E27FC236}">
                <a16:creationId xmlns:a16="http://schemas.microsoft.com/office/drawing/2014/main" id="{1AB2501E-F0A0-42A9-36EE-A1B1E831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653" y="1233101"/>
            <a:ext cx="1556693" cy="6744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35F3E3-5D59-4299-AFCE-522DA7CB731C}"/>
              </a:ext>
            </a:extLst>
          </p:cNvPr>
          <p:cNvSpPr txBox="1"/>
          <p:nvPr/>
        </p:nvSpPr>
        <p:spPr>
          <a:xfrm>
            <a:off x="4153361" y="2578343"/>
            <a:ext cx="47553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Book Antiqua"/>
                <a:ea typeface="Calibri"/>
                <a:cs typeface="Calibri"/>
              </a:rPr>
              <a:t>Types of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E8705-EFBE-97BC-73C0-FF697727860D}"/>
              </a:ext>
            </a:extLst>
          </p:cNvPr>
          <p:cNvSpPr txBox="1"/>
          <p:nvPr/>
        </p:nvSpPr>
        <p:spPr>
          <a:xfrm>
            <a:off x="447496" y="4647657"/>
            <a:ext cx="2604275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 b="1">
              <a:latin typeface="Book Antiqua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Book Antiqua"/>
                <a:ea typeface="+mn-lt"/>
                <a:cs typeface="+mn-lt"/>
              </a:rPr>
              <a:t>Dry Bulb Temperature [°C]</a:t>
            </a:r>
            <a:endParaRPr lang="en-US" sz="1400">
              <a:latin typeface="Book Antiqua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Book Antiqua"/>
                <a:ea typeface="+mn-lt"/>
                <a:cs typeface="+mn-lt"/>
              </a:rPr>
              <a:t>in.sqft</a:t>
            </a:r>
            <a:r>
              <a:rPr lang="en-US" sz="1400">
                <a:latin typeface="Book Antiqua"/>
                <a:ea typeface="Calibri"/>
                <a:cs typeface="Calibri"/>
              </a:rPr>
              <a:t> (Square Footage)</a:t>
            </a:r>
            <a:endParaRPr lang="en-US" sz="1400">
              <a:latin typeface="Book Antiqua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Book Antiqua"/>
                <a:ea typeface="+mn-lt"/>
                <a:cs typeface="+mn-lt"/>
              </a:rPr>
              <a:t>in.occupants</a:t>
            </a:r>
            <a:r>
              <a:rPr lang="en-US" sz="1400">
                <a:latin typeface="Book Antiqua"/>
                <a:ea typeface="Calibri"/>
                <a:cs typeface="Calibri"/>
              </a:rPr>
              <a:t> (Number of Occupants)</a:t>
            </a:r>
            <a:endParaRPr lang="en-US" sz="1400">
              <a:latin typeface="Book Antiqu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Book Antiqua"/>
                <a:ea typeface="+mn-lt"/>
                <a:cs typeface="+mn-lt"/>
              </a:rPr>
              <a:t>Wind Speed [m/s]</a:t>
            </a:r>
            <a:endParaRPr lang="en-US" sz="1400">
              <a:latin typeface="Book Antiqu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Book Antiqua"/>
                <a:ea typeface="+mn-lt"/>
                <a:cs typeface="+mn-lt"/>
              </a:rPr>
              <a:t>Relative Humidity [%]</a:t>
            </a:r>
            <a:endParaRPr lang="en-US" sz="1400">
              <a:latin typeface="Book Antiqua"/>
            </a:endParaRPr>
          </a:p>
          <a:p>
            <a:endParaRPr lang="en-US"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BE33F-5641-BEEE-3A7A-6236C06B9EA4}"/>
              </a:ext>
            </a:extLst>
          </p:cNvPr>
          <p:cNvSpPr txBox="1"/>
          <p:nvPr/>
        </p:nvSpPr>
        <p:spPr>
          <a:xfrm>
            <a:off x="4889157" y="4888569"/>
            <a:ext cx="261257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err="1">
                <a:latin typeface="Book Antiqua"/>
              </a:rPr>
              <a:t>in.hvac_cooling_type</a:t>
            </a:r>
            <a:r>
              <a:rPr lang="en-US" sz="1400">
                <a:latin typeface="Book Antiqua"/>
              </a:rPr>
              <a:t> (Cooling Type)</a:t>
            </a:r>
            <a:endParaRPr lang="en-US" sz="1400" b="1">
              <a:latin typeface="Book Antiqua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Book Antiqua"/>
              </a:rPr>
              <a:t>in.geometry_wall_type</a:t>
            </a:r>
            <a:r>
              <a:rPr lang="en-US" sz="1400">
                <a:latin typeface="Book Antiqua"/>
              </a:rPr>
              <a:t> (Wall Type)</a:t>
            </a: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Book Antiqua"/>
              </a:rPr>
              <a:t>timezone</a:t>
            </a:r>
            <a:r>
              <a:rPr lang="en-US" sz="1400">
                <a:latin typeface="Book Antiqua"/>
              </a:rPr>
              <a:t> (</a:t>
            </a:r>
            <a:r>
              <a:rPr lang="en-US" sz="1400" err="1">
                <a:latin typeface="Book Antiqua"/>
              </a:rPr>
              <a:t>Timezone</a:t>
            </a:r>
            <a:r>
              <a:rPr lang="en-US" sz="1400">
                <a:latin typeface="Book Antiqua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Book Antiqua"/>
              </a:rPr>
              <a:t>In.lighting</a:t>
            </a:r>
            <a:r>
              <a:rPr lang="en-US" sz="1400">
                <a:latin typeface="Book Antiqua"/>
              </a:rPr>
              <a:t> (type of lighting)</a:t>
            </a:r>
          </a:p>
          <a:p>
            <a:r>
              <a:rPr lang="en-US" sz="1400">
                <a:latin typeface="Book Antiqua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D0FD93-A2AA-DD23-AE4C-56FFAF4A129B}"/>
              </a:ext>
            </a:extLst>
          </p:cNvPr>
          <p:cNvSpPr txBox="1"/>
          <p:nvPr/>
        </p:nvSpPr>
        <p:spPr>
          <a:xfrm>
            <a:off x="8781536" y="4847967"/>
            <a:ext cx="280498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err="1">
                <a:latin typeface="Book Antiqua"/>
              </a:rPr>
              <a:t>in.hvac_cooling_type</a:t>
            </a:r>
            <a:r>
              <a:rPr lang="en-US" sz="1400">
                <a:latin typeface="Book Antiqua"/>
              </a:rPr>
              <a:t> * Dry Bulb Temperature [°C]</a:t>
            </a:r>
            <a:endParaRPr lang="en-US" sz="1400" b="1">
              <a:latin typeface="Book Antiqu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Book Antiqua"/>
              </a:rPr>
              <a:t>Relative Humidity [%] * Dry Bulb Temperature [°C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B5B25B-91F3-BEF4-34AF-875FC66336DE}"/>
              </a:ext>
            </a:extLst>
          </p:cNvPr>
          <p:cNvCxnSpPr/>
          <p:nvPr/>
        </p:nvCxnSpPr>
        <p:spPr>
          <a:xfrm>
            <a:off x="6160420" y="3144420"/>
            <a:ext cx="5148" cy="55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879740-7F08-9763-D479-326E746BD260}"/>
              </a:ext>
            </a:extLst>
          </p:cNvPr>
          <p:cNvSpPr txBox="1"/>
          <p:nvPr/>
        </p:nvSpPr>
        <p:spPr>
          <a:xfrm>
            <a:off x="550624" y="4066074"/>
            <a:ext cx="2207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Continuous Variables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4DCAD1-AD68-A9E3-0ED0-860100D83A32}"/>
              </a:ext>
            </a:extLst>
          </p:cNvPr>
          <p:cNvSpPr txBox="1"/>
          <p:nvPr/>
        </p:nvSpPr>
        <p:spPr>
          <a:xfrm>
            <a:off x="5060840" y="4066074"/>
            <a:ext cx="2207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Categorical Variables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E59721-1BBA-E80E-2A2C-8ED400EC828E}"/>
              </a:ext>
            </a:extLst>
          </p:cNvPr>
          <p:cNvSpPr txBox="1"/>
          <p:nvPr/>
        </p:nvSpPr>
        <p:spPr>
          <a:xfrm>
            <a:off x="9076787" y="4066074"/>
            <a:ext cx="2207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Interaction Terms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C59C57-40F9-E94D-0F98-F590FA379D10}"/>
              </a:ext>
            </a:extLst>
          </p:cNvPr>
          <p:cNvSpPr txBox="1"/>
          <p:nvPr/>
        </p:nvSpPr>
        <p:spPr>
          <a:xfrm>
            <a:off x="372346" y="2321015"/>
            <a:ext cx="3828964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T</a:t>
            </a:r>
            <a:r>
              <a:rPr lang="en-US" sz="1400">
                <a:ea typeface="Calibri"/>
                <a:cs typeface="Calibri"/>
              </a:rPr>
              <a:t>he following variables were selected based on their statistical significance (p-value &lt; 0.05) and their correlation with the target variable, </a:t>
            </a:r>
            <a:r>
              <a:rPr lang="en-US" sz="1400" err="1">
                <a:ea typeface="Calibri"/>
                <a:cs typeface="Calibri"/>
              </a:rPr>
              <a:t>totalenergy</a:t>
            </a:r>
            <a:r>
              <a:rPr lang="en-US" sz="1400">
                <a:ea typeface="Calibri"/>
                <a:cs typeface="Calibri"/>
              </a:rPr>
              <a:t>. </a:t>
            </a:r>
          </a:p>
          <a:p>
            <a:pPr algn="l"/>
            <a:endParaRPr lang="en-US" sz="1400">
              <a:ea typeface="Calibri"/>
              <a:cs typeface="Calibri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2B15F68-3FA5-D785-ED92-6AA08E6E069B}"/>
              </a:ext>
            </a:extLst>
          </p:cNvPr>
          <p:cNvCxnSpPr/>
          <p:nvPr/>
        </p:nvCxnSpPr>
        <p:spPr>
          <a:xfrm>
            <a:off x="4266435" y="2773941"/>
            <a:ext cx="807980" cy="514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07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7F2D0-E526-C4ED-2383-72BECCFA7C16}"/>
              </a:ext>
            </a:extLst>
          </p:cNvPr>
          <p:cNvSpPr txBox="1"/>
          <p:nvPr/>
        </p:nvSpPr>
        <p:spPr>
          <a:xfrm>
            <a:off x="3356371" y="236720"/>
            <a:ext cx="54842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Book Antiqua"/>
                <a:ea typeface="Calibri"/>
                <a:cs typeface="Calibri"/>
              </a:rPr>
              <a:t>Regression Model Output</a:t>
            </a:r>
            <a:endParaRPr lang="en-US" sz="2000">
              <a:latin typeface="Book Antiqua"/>
            </a:endParaRP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D37F0E64-0B9C-2454-046E-B92863A8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90" y="801584"/>
            <a:ext cx="4049290" cy="56209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882BA7BF-CEE2-F9D0-27F1-C359E124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36"/>
          <a:stretch/>
        </p:blipFill>
        <p:spPr>
          <a:xfrm>
            <a:off x="7200301" y="801584"/>
            <a:ext cx="4065527" cy="56000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3125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19E4AFE6-21A5-B67D-D2E4-0601BC78138B}"/>
              </a:ext>
            </a:extLst>
          </p:cNvPr>
          <p:cNvSpPr/>
          <p:nvPr/>
        </p:nvSpPr>
        <p:spPr>
          <a:xfrm>
            <a:off x="7313221" y="2216726"/>
            <a:ext cx="3513116" cy="207818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61351-DBCA-312A-0069-4E96BAB8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latin typeface="Book Antiqua"/>
              </a:rPr>
              <a:t>Evaluating Our Model's Accuracy</a:t>
            </a:r>
            <a:endParaRPr lang="en-US" sz="4800" kern="1200">
              <a:latin typeface="Book Antiqu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5825A6-E1FE-429A-2036-4A6DB0514E96}"/>
              </a:ext>
            </a:extLst>
          </p:cNvPr>
          <p:cNvSpPr txBox="1">
            <a:spLocks/>
          </p:cNvSpPr>
          <p:nvPr/>
        </p:nvSpPr>
        <p:spPr>
          <a:xfrm>
            <a:off x="-3759" y="936370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Plotting Residuals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9293B3-5C47-0B23-58AD-515ADD3831CC}"/>
              </a:ext>
            </a:extLst>
          </p:cNvPr>
          <p:cNvSpPr/>
          <p:nvPr/>
        </p:nvSpPr>
        <p:spPr>
          <a:xfrm>
            <a:off x="6890986" y="2088077"/>
            <a:ext cx="4364181" cy="210787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38AA1CF-36DD-71DC-4AFD-A5708E8FF8EF}"/>
              </a:ext>
            </a:extLst>
          </p:cNvPr>
          <p:cNvSpPr txBox="1">
            <a:spLocks/>
          </p:cNvSpPr>
          <p:nvPr/>
        </p:nvSpPr>
        <p:spPr>
          <a:xfrm>
            <a:off x="6120280" y="2551085"/>
            <a:ext cx="5921960" cy="16643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Mean Absolute Error:</a:t>
            </a:r>
          </a:p>
          <a:p>
            <a:pPr algn="ctr"/>
            <a:endParaRPr lang="en-US" sz="2000">
              <a:latin typeface="Book Antiqua"/>
            </a:endParaRPr>
          </a:p>
          <a:p>
            <a:pPr algn="ctr"/>
            <a:r>
              <a:rPr lang="en-US" sz="2000">
                <a:latin typeface="Book Antiqua"/>
              </a:rPr>
              <a:t>.421</a:t>
            </a:r>
            <a:endParaRPr lang="en-US" sz="2000">
              <a:ea typeface="Calibri Light"/>
              <a:cs typeface="Calibri Light"/>
            </a:endParaRPr>
          </a:p>
          <a:p>
            <a:pPr algn="ctr"/>
            <a:endParaRPr lang="en-US" sz="2000">
              <a:latin typeface="Book Antiqua"/>
            </a:endParaRPr>
          </a:p>
          <a:p>
            <a:pPr algn="ctr"/>
            <a:r>
              <a:rPr lang="en-US" sz="2000">
                <a:latin typeface="Book Antiqua"/>
              </a:rPr>
              <a:t>Adjusted R-Squared:</a:t>
            </a:r>
          </a:p>
          <a:p>
            <a:pPr algn="ctr"/>
            <a:endParaRPr lang="en-US" sz="2000">
              <a:latin typeface="Book Antiqua"/>
            </a:endParaRPr>
          </a:p>
          <a:p>
            <a:pPr algn="ctr"/>
            <a:r>
              <a:rPr lang="en-US" sz="2000">
                <a:latin typeface="Book Antiqua"/>
              </a:rPr>
              <a:t>.3655</a:t>
            </a:r>
          </a:p>
          <a:p>
            <a:pPr algn="ctr"/>
            <a:endParaRPr lang="en-US" sz="2000">
              <a:latin typeface="Book Antiqua"/>
            </a:endParaRPr>
          </a:p>
        </p:txBody>
      </p:sp>
      <p:pic>
        <p:nvPicPr>
          <p:cNvPr id="17" name="Picture 16" descr="A graph of a graph&#10;&#10;Description automatically generated">
            <a:extLst>
              <a:ext uri="{FF2B5EF4-FFF2-40B4-BE49-F238E27FC236}">
                <a16:creationId xmlns:a16="http://schemas.microsoft.com/office/drawing/2014/main" id="{17884CCE-DFB5-244E-35C1-BF078AD24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85" y="2415041"/>
            <a:ext cx="5170715" cy="3452131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472A66B-B664-13D1-ED59-23CC3BB92083}"/>
              </a:ext>
            </a:extLst>
          </p:cNvPr>
          <p:cNvSpPr txBox="1">
            <a:spLocks/>
          </p:cNvSpPr>
          <p:nvPr/>
        </p:nvSpPr>
        <p:spPr>
          <a:xfrm>
            <a:off x="6093066" y="4864298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Moderate Prediction Errors</a:t>
            </a:r>
            <a:endParaRPr lang="en-US"/>
          </a:p>
          <a:p>
            <a:pPr algn="ctr"/>
            <a:r>
              <a:rPr lang="en-US" sz="2000">
                <a:latin typeface="Book Antiqua"/>
              </a:rPr>
              <a:t>Room for Improvement</a:t>
            </a:r>
          </a:p>
          <a:p>
            <a:pPr algn="ctr"/>
            <a:endParaRPr lang="en-US" sz="2000">
              <a:latin typeface="Book Antiqua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6CC9911-F331-C2F4-9A4C-45EB86C32E89}"/>
              </a:ext>
            </a:extLst>
          </p:cNvPr>
          <p:cNvSpPr/>
          <p:nvPr/>
        </p:nvSpPr>
        <p:spPr>
          <a:xfrm>
            <a:off x="8772896" y="4399642"/>
            <a:ext cx="603662" cy="712519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8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19E4AFE6-21A5-B67D-D2E4-0601BC78138B}"/>
              </a:ext>
            </a:extLst>
          </p:cNvPr>
          <p:cNvSpPr/>
          <p:nvPr/>
        </p:nvSpPr>
        <p:spPr>
          <a:xfrm>
            <a:off x="7313221" y="2216726"/>
            <a:ext cx="3513116" cy="207818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61351-DBCA-312A-0069-4E96BAB8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latin typeface="Book Antiqua"/>
              </a:rPr>
              <a:t>Difference in Total Energy Demand</a:t>
            </a:r>
            <a:endParaRPr lang="en-US" sz="4800" kern="1200">
              <a:latin typeface="Book Antiqu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5825A6-E1FE-429A-2036-4A6DB0514E96}"/>
              </a:ext>
            </a:extLst>
          </p:cNvPr>
          <p:cNvSpPr txBox="1">
            <a:spLocks/>
          </p:cNvSpPr>
          <p:nvPr/>
        </p:nvSpPr>
        <p:spPr>
          <a:xfrm>
            <a:off x="-3759" y="936370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Total Current Demand for July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EA4F11B-5AD9-0EE8-5DF0-48978E02F4E6}"/>
              </a:ext>
            </a:extLst>
          </p:cNvPr>
          <p:cNvSpPr txBox="1">
            <a:spLocks/>
          </p:cNvSpPr>
          <p:nvPr/>
        </p:nvSpPr>
        <p:spPr>
          <a:xfrm>
            <a:off x="5854734" y="936370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Total Predicted Demand for Next July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238837-27CA-2145-A4EB-591221F03C12}"/>
              </a:ext>
            </a:extLst>
          </p:cNvPr>
          <p:cNvSpPr/>
          <p:nvPr/>
        </p:nvSpPr>
        <p:spPr>
          <a:xfrm>
            <a:off x="903843" y="2515588"/>
            <a:ext cx="4364181" cy="210787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07DE1FE-385A-C17C-55F1-57E0A3DE8CEB}"/>
              </a:ext>
            </a:extLst>
          </p:cNvPr>
          <p:cNvSpPr/>
          <p:nvPr/>
        </p:nvSpPr>
        <p:spPr>
          <a:xfrm>
            <a:off x="6673271" y="2482930"/>
            <a:ext cx="4364181" cy="2107870"/>
          </a:xfrm>
          <a:prstGeom prst="ellipse">
            <a:avLst/>
          </a:prstGeom>
          <a:solidFill>
            <a:srgbClr val="F5A6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7D33B-19EA-2756-1FCA-65B3DD13AB0B}"/>
              </a:ext>
            </a:extLst>
          </p:cNvPr>
          <p:cNvSpPr txBox="1"/>
          <p:nvPr/>
        </p:nvSpPr>
        <p:spPr>
          <a:xfrm>
            <a:off x="7426039" y="3175660"/>
            <a:ext cx="3089562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latin typeface="Book Antiqua"/>
              </a:rPr>
              <a:t>6,458,737 kWh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CFB8E-7AE5-8831-5D55-39A5077966CA}"/>
              </a:ext>
            </a:extLst>
          </p:cNvPr>
          <p:cNvSpPr txBox="1"/>
          <p:nvPr/>
        </p:nvSpPr>
        <p:spPr>
          <a:xfrm>
            <a:off x="1458688" y="3251860"/>
            <a:ext cx="306977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latin typeface="Book Antiqua"/>
              </a:rPr>
              <a:t>5,225,516 kWh</a:t>
            </a:r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19A666-DBA1-A355-8EB9-E04FE75EE74F}"/>
              </a:ext>
            </a:extLst>
          </p:cNvPr>
          <p:cNvSpPr/>
          <p:nvPr/>
        </p:nvSpPr>
        <p:spPr>
          <a:xfrm>
            <a:off x="3674752" y="4670959"/>
            <a:ext cx="4364181" cy="210787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771F2D-1E17-749F-D26A-3040FAE8D3EB}"/>
              </a:ext>
            </a:extLst>
          </p:cNvPr>
          <p:cNvSpPr txBox="1"/>
          <p:nvPr/>
        </p:nvSpPr>
        <p:spPr>
          <a:xfrm>
            <a:off x="4387933" y="5496296"/>
            <a:ext cx="3030187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latin typeface="Book Antiqua"/>
              </a:rPr>
              <a:t>~23% Increase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42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61351-DBCA-312A-0069-4E96BAB8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kern="1200">
                <a:latin typeface="Book Antiqua"/>
              </a:rPr>
              <a:t>Predicting Peak Energy Demand by City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5825A6-E1FE-429A-2036-4A6DB0514E96}"/>
              </a:ext>
            </a:extLst>
          </p:cNvPr>
          <p:cNvSpPr txBox="1">
            <a:spLocks/>
          </p:cNvSpPr>
          <p:nvPr/>
        </p:nvSpPr>
        <p:spPr>
          <a:xfrm>
            <a:off x="-3759" y="936370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Predicted % Increase of Demand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38AA1CF-36DD-71DC-4AFD-A5708E8FF8EF}"/>
              </a:ext>
            </a:extLst>
          </p:cNvPr>
          <p:cNvSpPr txBox="1">
            <a:spLocks/>
          </p:cNvSpPr>
          <p:nvPr/>
        </p:nvSpPr>
        <p:spPr>
          <a:xfrm>
            <a:off x="6210994" y="936370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Predicted Total Demand Increase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CEB587-8B64-905E-1DA3-7B251F276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86" y="2415043"/>
            <a:ext cx="5170715" cy="345213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AF52AB-5AC1-989D-EB40-F36E136A7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215" y="2415042"/>
            <a:ext cx="5170714" cy="3452131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093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61351-DBCA-312A-0069-4E96BAB8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latin typeface="Book Antiqua"/>
              </a:rPr>
              <a:t>A Simple Lighting Shift for Impact</a:t>
            </a:r>
            <a:endParaRPr lang="en-US" sz="4800" kern="1200">
              <a:latin typeface="Book Antiqu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5825A6-E1FE-429A-2036-4A6DB0514E96}"/>
              </a:ext>
            </a:extLst>
          </p:cNvPr>
          <p:cNvSpPr txBox="1">
            <a:spLocks/>
          </p:cNvSpPr>
          <p:nvPr/>
        </p:nvSpPr>
        <p:spPr>
          <a:xfrm>
            <a:off x="-3759" y="936370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Predicted Average Demand By Lighting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38AA1CF-36DD-71DC-4AFD-A5708E8FF8EF}"/>
              </a:ext>
            </a:extLst>
          </p:cNvPr>
          <p:cNvSpPr txBox="1">
            <a:spLocks/>
          </p:cNvSpPr>
          <p:nvPr/>
        </p:nvSpPr>
        <p:spPr>
          <a:xfrm>
            <a:off x="6210994" y="936370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>
                <a:latin typeface="Book Antiqua"/>
              </a:rPr>
              <a:t>How Common Each Type Is</a:t>
            </a:r>
          </a:p>
        </p:txBody>
      </p:sp>
      <p:pic>
        <p:nvPicPr>
          <p:cNvPr id="5" name="Picture 4" descr="A graph of a number of buildings&#10;&#10;Description automatically generated">
            <a:extLst>
              <a:ext uri="{FF2B5EF4-FFF2-40B4-BE49-F238E27FC236}">
                <a16:creationId xmlns:a16="http://schemas.microsoft.com/office/drawing/2014/main" id="{4F979D9A-0168-7417-EA3B-E11F67814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389" y="2410918"/>
            <a:ext cx="5175663" cy="3520579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graph showing different colored squares&#10;&#10;Description automatically generated">
            <a:extLst>
              <a:ext uri="{FF2B5EF4-FFF2-40B4-BE49-F238E27FC236}">
                <a16:creationId xmlns:a16="http://schemas.microsoft.com/office/drawing/2014/main" id="{876D7E96-09D3-D497-7598-FAB822177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32" y="2410919"/>
            <a:ext cx="5145975" cy="3520579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965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D95D4B-2877-406A-1660-F3ED6594243C}"/>
              </a:ext>
            </a:extLst>
          </p:cNvPr>
          <p:cNvSpPr/>
          <p:nvPr/>
        </p:nvSpPr>
        <p:spPr>
          <a:xfrm>
            <a:off x="2427844" y="2444337"/>
            <a:ext cx="7491348" cy="227610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61351-DBCA-312A-0069-4E96BAB8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latin typeface="Book Antiqua"/>
              </a:rPr>
              <a:t>A Simple Lighting Shift for Impact</a:t>
            </a:r>
            <a:endParaRPr lang="en-US" sz="4800" kern="1200">
              <a:latin typeface="Book Antiqua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38AA1CF-36DD-71DC-4AFD-A5708E8FF8EF}"/>
              </a:ext>
            </a:extLst>
          </p:cNvPr>
          <p:cNvSpPr txBox="1">
            <a:spLocks/>
          </p:cNvSpPr>
          <p:nvPr/>
        </p:nvSpPr>
        <p:spPr>
          <a:xfrm>
            <a:off x="3093721" y="946266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>
                <a:latin typeface="Book Antiqua"/>
              </a:rPr>
              <a:t>Our Approach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4264B2-1C52-52CA-273D-A2CCC3157E3E}"/>
              </a:ext>
            </a:extLst>
          </p:cNvPr>
          <p:cNvSpPr txBox="1">
            <a:spLocks/>
          </p:cNvSpPr>
          <p:nvPr/>
        </p:nvSpPr>
        <p:spPr>
          <a:xfrm>
            <a:off x="3093721" y="3034344"/>
            <a:ext cx="6012675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>
                <a:latin typeface="Book Antiqua"/>
              </a:rPr>
              <a:t> Convert </a:t>
            </a:r>
            <a:r>
              <a:rPr lang="en-US" sz="2000" b="1">
                <a:latin typeface="Book Antiqua"/>
              </a:rPr>
              <a:t>25%</a:t>
            </a:r>
            <a:r>
              <a:rPr lang="en-US" sz="2000">
                <a:latin typeface="Book Antiqua"/>
              </a:rPr>
              <a:t> of Incandescent Bulb Users to LED Users</a:t>
            </a:r>
            <a:endParaRPr lang="en-US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>
              <a:latin typeface="Book Antiqua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>
                <a:latin typeface="Book Antiqua"/>
              </a:rPr>
              <a:t>Convert </a:t>
            </a:r>
            <a:r>
              <a:rPr lang="en-US" sz="2100" b="1">
                <a:latin typeface="Book Antiqua"/>
              </a:rPr>
              <a:t>25%</a:t>
            </a:r>
            <a:r>
              <a:rPr lang="en-US" sz="2100">
                <a:latin typeface="Book Antiqua"/>
              </a:rPr>
              <a:t> of CFL Bulb Users to LED Users</a:t>
            </a:r>
            <a:endParaRPr lang="en-US" sz="2000">
              <a:latin typeface="Book Antiqua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>
              <a:latin typeface="Book Antiqua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0EDDF84-5150-38E3-2D33-55B0CD422DB3}"/>
              </a:ext>
            </a:extLst>
          </p:cNvPr>
          <p:cNvSpPr/>
          <p:nvPr/>
        </p:nvSpPr>
        <p:spPr>
          <a:xfrm>
            <a:off x="5873338" y="4943928"/>
            <a:ext cx="603662" cy="712519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7369D7F-C1E9-D628-7DDC-1961E4A11B41}"/>
              </a:ext>
            </a:extLst>
          </p:cNvPr>
          <p:cNvSpPr txBox="1">
            <a:spLocks/>
          </p:cNvSpPr>
          <p:nvPr/>
        </p:nvSpPr>
        <p:spPr>
          <a:xfrm>
            <a:off x="2889860" y="5298077"/>
            <a:ext cx="6567846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>
                <a:latin typeface="Book Antiqua"/>
              </a:rPr>
              <a:t>Total Predicted Energy Demand Decreases by 82,475 kWh for Next July</a:t>
            </a:r>
          </a:p>
        </p:txBody>
      </p:sp>
      <p:pic>
        <p:nvPicPr>
          <p:cNvPr id="14" name="Picture 13" descr="Incandescent light bulb">
            <a:extLst>
              <a:ext uri="{FF2B5EF4-FFF2-40B4-BE49-F238E27FC236}">
                <a16:creationId xmlns:a16="http://schemas.microsoft.com/office/drawing/2014/main" id="{C48713B8-FAAB-CEE7-114D-F5AF93B9E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60000">
            <a:off x="10583022" y="2803891"/>
            <a:ext cx="923101" cy="12538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 descr="Incandescent light bulb">
            <a:extLst>
              <a:ext uri="{FF2B5EF4-FFF2-40B4-BE49-F238E27FC236}">
                <a16:creationId xmlns:a16="http://schemas.microsoft.com/office/drawing/2014/main" id="{09033F91-4850-17E7-27BD-D1BC331FE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040000" flipH="1">
            <a:off x="686917" y="2803890"/>
            <a:ext cx="923101" cy="12538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783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6B93-CD03-5B9A-231A-E839C5576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3020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>
                <a:latin typeface="Book Antiqua"/>
                <a:ea typeface="Calibri Light"/>
                <a:cs typeface="Calibri Light"/>
              </a:rPr>
              <a:t>Thank You</a:t>
            </a:r>
            <a:endParaRPr lang="en-US" sz="7200">
              <a:latin typeface="Book Antiqua"/>
            </a:endParaRPr>
          </a:p>
        </p:txBody>
      </p:sp>
      <p:pic>
        <p:nvPicPr>
          <p:cNvPr id="4" name="Picture 3" descr="Home | ECS energy | Your Trusted Northeast Commercial Solar Company">
            <a:extLst>
              <a:ext uri="{FF2B5EF4-FFF2-40B4-BE49-F238E27FC236}">
                <a16:creationId xmlns:a16="http://schemas.microsoft.com/office/drawing/2014/main" id="{7177D23B-6B9D-7A77-9BF3-8DDA990C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486" y="3041463"/>
            <a:ext cx="3331027" cy="28869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BCDCF1-DFDB-EF96-CE92-78228CC530FC}"/>
              </a:ext>
            </a:extLst>
          </p:cNvPr>
          <p:cNvSpPr/>
          <p:nvPr/>
        </p:nvSpPr>
        <p:spPr>
          <a:xfrm>
            <a:off x="-2599" y="-5198"/>
            <a:ext cx="2993081" cy="6864864"/>
          </a:xfrm>
          <a:prstGeom prst="rect">
            <a:avLst/>
          </a:prstGeom>
          <a:solidFill>
            <a:srgbClr val="2E69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78AE62-C20E-07E8-14F7-E4A03C434B1A}"/>
              </a:ext>
            </a:extLst>
          </p:cNvPr>
          <p:cNvSpPr/>
          <p:nvPr/>
        </p:nvSpPr>
        <p:spPr>
          <a:xfrm>
            <a:off x="9174058" y="245"/>
            <a:ext cx="2993081" cy="6864864"/>
          </a:xfrm>
          <a:prstGeom prst="rect">
            <a:avLst/>
          </a:prstGeom>
          <a:solidFill>
            <a:srgbClr val="CAD1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5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Introduction</vt:lpstr>
      <vt:lpstr>Data Overview, Integration and Validation</vt:lpstr>
      <vt:lpstr>Selection of Variables</vt:lpstr>
      <vt:lpstr>PowerPoint Presentation</vt:lpstr>
      <vt:lpstr>Evaluating Our Model's Accuracy</vt:lpstr>
      <vt:lpstr>Difference in Total Energy Demand</vt:lpstr>
      <vt:lpstr>Predicting Peak Energy Demand by City</vt:lpstr>
      <vt:lpstr>A Simple Lighting Shift for Impact</vt:lpstr>
      <vt:lpstr>A Simple Lighting Shift for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Malhar Mahajan</dc:creator>
  <cp:revision>1</cp:revision>
  <dcterms:created xsi:type="dcterms:W3CDTF">2024-12-05T07:33:34Z</dcterms:created>
  <dcterms:modified xsi:type="dcterms:W3CDTF">2024-12-05T20:03:23Z</dcterms:modified>
</cp:coreProperties>
</file>